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D9AB8A-110C-471E-9BC1-B1F355CC723E}" v="21" dt="2025-09-25T13:22:46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52" d="100"/>
          <a:sy n="52" d="100"/>
        </p:scale>
        <p:origin x="68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er Bartlett" userId="cbf17650-2326-4151-9551-5062c83f5ca3" providerId="ADAL" clId="{A8ED9588-72CB-431E-8FF0-80C39D5F9BE2}"/>
    <pc:docChg chg="custSel addSld delSld modSld">
      <pc:chgData name="Hunter Bartlett" userId="cbf17650-2326-4151-9551-5062c83f5ca3" providerId="ADAL" clId="{A8ED9588-72CB-431E-8FF0-80C39D5F9BE2}" dt="2025-09-25T19:52:32.526" v="255" actId="1076"/>
      <pc:docMkLst>
        <pc:docMk/>
      </pc:docMkLst>
      <pc:sldChg chg="modSp mod">
        <pc:chgData name="Hunter Bartlett" userId="cbf17650-2326-4151-9551-5062c83f5ca3" providerId="ADAL" clId="{A8ED9588-72CB-431E-8FF0-80C39D5F9BE2}" dt="2025-09-25T13:23:08.484" v="130" actId="20577"/>
        <pc:sldMkLst>
          <pc:docMk/>
          <pc:sldMk cId="4172564403" sldId="256"/>
        </pc:sldMkLst>
        <pc:spChg chg="mod">
          <ac:chgData name="Hunter Bartlett" userId="cbf17650-2326-4151-9551-5062c83f5ca3" providerId="ADAL" clId="{A8ED9588-72CB-431E-8FF0-80C39D5F9BE2}" dt="2025-09-25T13:23:08.484" v="130" actId="20577"/>
          <ac:spMkLst>
            <pc:docMk/>
            <pc:sldMk cId="4172564403" sldId="256"/>
            <ac:spMk id="3" creationId="{ECC42B0B-7E3E-F99C-AEBE-C55250BF30CE}"/>
          </ac:spMkLst>
        </pc:spChg>
      </pc:sldChg>
      <pc:sldChg chg="addSp delSp modSp new mod">
        <pc:chgData name="Hunter Bartlett" userId="cbf17650-2326-4151-9551-5062c83f5ca3" providerId="ADAL" clId="{A8ED9588-72CB-431E-8FF0-80C39D5F9BE2}" dt="2025-09-25T13:27:42.805" v="131" actId="22"/>
        <pc:sldMkLst>
          <pc:docMk/>
          <pc:sldMk cId="2028734666" sldId="257"/>
        </pc:sldMkLst>
        <pc:spChg chg="mod">
          <ac:chgData name="Hunter Bartlett" userId="cbf17650-2326-4151-9551-5062c83f5ca3" providerId="ADAL" clId="{A8ED9588-72CB-431E-8FF0-80C39D5F9BE2}" dt="2025-09-25T13:16:00.326" v="23" actId="255"/>
          <ac:spMkLst>
            <pc:docMk/>
            <pc:sldMk cId="2028734666" sldId="257"/>
            <ac:spMk id="2" creationId="{2473A318-68B8-A1E8-CE3C-089F0787A12B}"/>
          </ac:spMkLst>
        </pc:spChg>
        <pc:spChg chg="del">
          <ac:chgData name="Hunter Bartlett" userId="cbf17650-2326-4151-9551-5062c83f5ca3" providerId="ADAL" clId="{A8ED9588-72CB-431E-8FF0-80C39D5F9BE2}" dt="2025-09-25T13:27:42.805" v="131" actId="22"/>
          <ac:spMkLst>
            <pc:docMk/>
            <pc:sldMk cId="2028734666" sldId="257"/>
            <ac:spMk id="3" creationId="{04AF5661-3204-4D20-7FAD-B2EFFD253861}"/>
          </ac:spMkLst>
        </pc:spChg>
        <pc:picChg chg="add mod ord">
          <ac:chgData name="Hunter Bartlett" userId="cbf17650-2326-4151-9551-5062c83f5ca3" providerId="ADAL" clId="{A8ED9588-72CB-431E-8FF0-80C39D5F9BE2}" dt="2025-09-25T13:27:42.805" v="131" actId="22"/>
          <ac:picMkLst>
            <pc:docMk/>
            <pc:sldMk cId="2028734666" sldId="257"/>
            <ac:picMk id="5" creationId="{AD21F358-F9C9-E26D-3DA6-1856FCCC6EB2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3:36:08.888" v="142" actId="1076"/>
        <pc:sldMkLst>
          <pc:docMk/>
          <pc:sldMk cId="1054068916" sldId="258"/>
        </pc:sldMkLst>
        <pc:spChg chg="mod">
          <ac:chgData name="Hunter Bartlett" userId="cbf17650-2326-4151-9551-5062c83f5ca3" providerId="ADAL" clId="{A8ED9588-72CB-431E-8FF0-80C39D5F9BE2}" dt="2025-09-25T13:16:46.610" v="30" actId="255"/>
          <ac:spMkLst>
            <pc:docMk/>
            <pc:sldMk cId="1054068916" sldId="258"/>
            <ac:spMk id="2" creationId="{14BDA277-7084-B948-2614-81045FB76B9B}"/>
          </ac:spMkLst>
        </pc:spChg>
        <pc:spChg chg="del">
          <ac:chgData name="Hunter Bartlett" userId="cbf17650-2326-4151-9551-5062c83f5ca3" providerId="ADAL" clId="{A8ED9588-72CB-431E-8FF0-80C39D5F9BE2}" dt="2025-09-25T13:34:57.255" v="132" actId="22"/>
          <ac:spMkLst>
            <pc:docMk/>
            <pc:sldMk cId="1054068916" sldId="258"/>
            <ac:spMk id="3" creationId="{3E3F9932-AA83-5A15-723A-755A024EC233}"/>
          </ac:spMkLst>
        </pc:spChg>
        <pc:picChg chg="add mod ord">
          <ac:chgData name="Hunter Bartlett" userId="cbf17650-2326-4151-9551-5062c83f5ca3" providerId="ADAL" clId="{A8ED9588-72CB-431E-8FF0-80C39D5F9BE2}" dt="2025-09-25T13:34:59.092" v="133" actId="1076"/>
          <ac:picMkLst>
            <pc:docMk/>
            <pc:sldMk cId="1054068916" sldId="258"/>
            <ac:picMk id="5" creationId="{98C7D4E9-9974-0640-6F21-CC1BE6AD3F16}"/>
          </ac:picMkLst>
        </pc:picChg>
        <pc:picChg chg="add mod">
          <ac:chgData name="Hunter Bartlett" userId="cbf17650-2326-4151-9551-5062c83f5ca3" providerId="ADAL" clId="{A8ED9588-72CB-431E-8FF0-80C39D5F9BE2}" dt="2025-09-25T13:35:34.082" v="138" actId="14100"/>
          <ac:picMkLst>
            <pc:docMk/>
            <pc:sldMk cId="1054068916" sldId="258"/>
            <ac:picMk id="7" creationId="{8403E6CB-5520-A7C1-CC20-1C2B6E11859E}"/>
          </ac:picMkLst>
        </pc:picChg>
        <pc:picChg chg="add mod">
          <ac:chgData name="Hunter Bartlett" userId="cbf17650-2326-4151-9551-5062c83f5ca3" providerId="ADAL" clId="{A8ED9588-72CB-431E-8FF0-80C39D5F9BE2}" dt="2025-09-25T13:36:08.888" v="142" actId="1076"/>
          <ac:picMkLst>
            <pc:docMk/>
            <pc:sldMk cId="1054068916" sldId="258"/>
            <ac:picMk id="9" creationId="{174FD758-AB00-8D78-EA92-47243C2EB988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3:38:20.002" v="143" actId="22"/>
        <pc:sldMkLst>
          <pc:docMk/>
          <pc:sldMk cId="2219050599" sldId="259"/>
        </pc:sldMkLst>
        <pc:spChg chg="mod">
          <ac:chgData name="Hunter Bartlett" userId="cbf17650-2326-4151-9551-5062c83f5ca3" providerId="ADAL" clId="{A8ED9588-72CB-431E-8FF0-80C39D5F9BE2}" dt="2025-09-25T13:16:59.910" v="35" actId="255"/>
          <ac:spMkLst>
            <pc:docMk/>
            <pc:sldMk cId="2219050599" sldId="259"/>
            <ac:spMk id="2" creationId="{7E127755-DDF1-E752-03B0-E38EF2E20CFE}"/>
          </ac:spMkLst>
        </pc:spChg>
        <pc:spChg chg="del">
          <ac:chgData name="Hunter Bartlett" userId="cbf17650-2326-4151-9551-5062c83f5ca3" providerId="ADAL" clId="{A8ED9588-72CB-431E-8FF0-80C39D5F9BE2}" dt="2025-09-25T13:38:20.002" v="143" actId="22"/>
          <ac:spMkLst>
            <pc:docMk/>
            <pc:sldMk cId="2219050599" sldId="259"/>
            <ac:spMk id="3" creationId="{597A2734-B98E-BE95-C747-E03E125611AA}"/>
          </ac:spMkLst>
        </pc:spChg>
        <pc:spChg chg="add del mod">
          <ac:chgData name="Hunter Bartlett" userId="cbf17650-2326-4151-9551-5062c83f5ca3" providerId="ADAL" clId="{A8ED9588-72CB-431E-8FF0-80C39D5F9BE2}" dt="2025-09-25T13:16:56.196" v="34" actId="478"/>
          <ac:spMkLst>
            <pc:docMk/>
            <pc:sldMk cId="2219050599" sldId="259"/>
            <ac:spMk id="5" creationId="{D504F35F-54E2-032F-29B0-ABFC8E068C55}"/>
          </ac:spMkLst>
        </pc:spChg>
        <pc:picChg chg="add mod ord">
          <ac:chgData name="Hunter Bartlett" userId="cbf17650-2326-4151-9551-5062c83f5ca3" providerId="ADAL" clId="{A8ED9588-72CB-431E-8FF0-80C39D5F9BE2}" dt="2025-09-25T13:38:20.002" v="143" actId="22"/>
          <ac:picMkLst>
            <pc:docMk/>
            <pc:sldMk cId="2219050599" sldId="259"/>
            <ac:picMk id="7" creationId="{B1CD9937-883B-3E4B-C56E-67861457A393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3:40:34.103" v="144" actId="22"/>
        <pc:sldMkLst>
          <pc:docMk/>
          <pc:sldMk cId="3137145437" sldId="260"/>
        </pc:sldMkLst>
        <pc:spChg chg="mod">
          <ac:chgData name="Hunter Bartlett" userId="cbf17650-2326-4151-9551-5062c83f5ca3" providerId="ADAL" clId="{A8ED9588-72CB-431E-8FF0-80C39D5F9BE2}" dt="2025-09-25T13:17:11.971" v="37" actId="255"/>
          <ac:spMkLst>
            <pc:docMk/>
            <pc:sldMk cId="3137145437" sldId="260"/>
            <ac:spMk id="2" creationId="{62A79146-7613-DDD7-A790-26DAE8132AA6}"/>
          </ac:spMkLst>
        </pc:spChg>
        <pc:spChg chg="del">
          <ac:chgData name="Hunter Bartlett" userId="cbf17650-2326-4151-9551-5062c83f5ca3" providerId="ADAL" clId="{A8ED9588-72CB-431E-8FF0-80C39D5F9BE2}" dt="2025-09-25T13:40:34.103" v="144" actId="22"/>
          <ac:spMkLst>
            <pc:docMk/>
            <pc:sldMk cId="3137145437" sldId="260"/>
            <ac:spMk id="3" creationId="{F9D14D14-AF54-A9A6-787B-3BC1BFE7E2B7}"/>
          </ac:spMkLst>
        </pc:spChg>
        <pc:picChg chg="add mod ord">
          <ac:chgData name="Hunter Bartlett" userId="cbf17650-2326-4151-9551-5062c83f5ca3" providerId="ADAL" clId="{A8ED9588-72CB-431E-8FF0-80C39D5F9BE2}" dt="2025-09-25T13:40:34.103" v="144" actId="22"/>
          <ac:picMkLst>
            <pc:docMk/>
            <pc:sldMk cId="3137145437" sldId="260"/>
            <ac:picMk id="5" creationId="{C5615EEC-4BFF-D07E-41AC-28D7A4CDF435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9:08:36.668" v="245" actId="1076"/>
        <pc:sldMkLst>
          <pc:docMk/>
          <pc:sldMk cId="3791737576" sldId="261"/>
        </pc:sldMkLst>
        <pc:spChg chg="mod">
          <ac:chgData name="Hunter Bartlett" userId="cbf17650-2326-4151-9551-5062c83f5ca3" providerId="ADAL" clId="{A8ED9588-72CB-431E-8FF0-80C39D5F9BE2}" dt="2025-09-25T13:17:28.906" v="42" actId="14100"/>
          <ac:spMkLst>
            <pc:docMk/>
            <pc:sldMk cId="3791737576" sldId="261"/>
            <ac:spMk id="2" creationId="{5E78BF6B-9F55-D11F-58DF-0948758CFFDE}"/>
          </ac:spMkLst>
        </pc:spChg>
        <pc:spChg chg="del">
          <ac:chgData name="Hunter Bartlett" userId="cbf17650-2326-4151-9551-5062c83f5ca3" providerId="ADAL" clId="{A8ED9588-72CB-431E-8FF0-80C39D5F9BE2}" dt="2025-09-25T19:07:46.805" v="237" actId="478"/>
          <ac:spMkLst>
            <pc:docMk/>
            <pc:sldMk cId="3791737576" sldId="261"/>
            <ac:spMk id="3" creationId="{5516C13C-8600-8C91-3AF6-1C741FCC6342}"/>
          </ac:spMkLst>
        </pc:spChg>
        <pc:picChg chg="add mod">
          <ac:chgData name="Hunter Bartlett" userId="cbf17650-2326-4151-9551-5062c83f5ca3" providerId="ADAL" clId="{A8ED9588-72CB-431E-8FF0-80C39D5F9BE2}" dt="2025-09-25T19:07:57.922" v="242" actId="1076"/>
          <ac:picMkLst>
            <pc:docMk/>
            <pc:sldMk cId="3791737576" sldId="261"/>
            <ac:picMk id="5" creationId="{F11A60DE-13B4-BB17-B49C-8167B3175D7C}"/>
          </ac:picMkLst>
        </pc:picChg>
        <pc:picChg chg="add mod">
          <ac:chgData name="Hunter Bartlett" userId="cbf17650-2326-4151-9551-5062c83f5ca3" providerId="ADAL" clId="{A8ED9588-72CB-431E-8FF0-80C39D5F9BE2}" dt="2025-09-25T19:08:36.668" v="245" actId="1076"/>
          <ac:picMkLst>
            <pc:docMk/>
            <pc:sldMk cId="3791737576" sldId="261"/>
            <ac:picMk id="7" creationId="{34BAD3B2-DCBC-9718-5BB3-C0DEE898D53C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3:44:57.847" v="152" actId="22"/>
        <pc:sldMkLst>
          <pc:docMk/>
          <pc:sldMk cId="368252340" sldId="262"/>
        </pc:sldMkLst>
        <pc:spChg chg="mod">
          <ac:chgData name="Hunter Bartlett" userId="cbf17650-2326-4151-9551-5062c83f5ca3" providerId="ADAL" clId="{A8ED9588-72CB-431E-8FF0-80C39D5F9BE2}" dt="2025-09-25T13:17:54.109" v="46" actId="14100"/>
          <ac:spMkLst>
            <pc:docMk/>
            <pc:sldMk cId="368252340" sldId="262"/>
            <ac:spMk id="2" creationId="{182B1830-4BD0-A75A-251E-14D469320CA6}"/>
          </ac:spMkLst>
        </pc:spChg>
        <pc:spChg chg="del">
          <ac:chgData name="Hunter Bartlett" userId="cbf17650-2326-4151-9551-5062c83f5ca3" providerId="ADAL" clId="{A8ED9588-72CB-431E-8FF0-80C39D5F9BE2}" dt="2025-09-25T13:44:57.644" v="151" actId="478"/>
          <ac:spMkLst>
            <pc:docMk/>
            <pc:sldMk cId="368252340" sldId="262"/>
            <ac:spMk id="3" creationId="{1C3209DE-C0B6-B003-A028-1EE9B05364BD}"/>
          </ac:spMkLst>
        </pc:spChg>
        <pc:picChg chg="add">
          <ac:chgData name="Hunter Bartlett" userId="cbf17650-2326-4151-9551-5062c83f5ca3" providerId="ADAL" clId="{A8ED9588-72CB-431E-8FF0-80C39D5F9BE2}" dt="2025-09-25T13:44:57.847" v="152" actId="22"/>
          <ac:picMkLst>
            <pc:docMk/>
            <pc:sldMk cId="368252340" sldId="262"/>
            <ac:picMk id="5" creationId="{9C9C34D5-BE81-0B90-1C2E-ACEEE4DB7D7C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7:24:20.609" v="200" actId="1076"/>
        <pc:sldMkLst>
          <pc:docMk/>
          <pc:sldMk cId="4203538009" sldId="263"/>
        </pc:sldMkLst>
        <pc:spChg chg="mod">
          <ac:chgData name="Hunter Bartlett" userId="cbf17650-2326-4151-9551-5062c83f5ca3" providerId="ADAL" clId="{A8ED9588-72CB-431E-8FF0-80C39D5F9BE2}" dt="2025-09-25T13:18:37.862" v="58" actId="1076"/>
          <ac:spMkLst>
            <pc:docMk/>
            <pc:sldMk cId="4203538009" sldId="263"/>
            <ac:spMk id="2" creationId="{B04D19BD-FA11-D570-E41E-4D19ECDFFC7C}"/>
          </ac:spMkLst>
        </pc:spChg>
        <pc:spChg chg="del">
          <ac:chgData name="Hunter Bartlett" userId="cbf17650-2326-4151-9551-5062c83f5ca3" providerId="ADAL" clId="{A8ED9588-72CB-431E-8FF0-80C39D5F9BE2}" dt="2025-09-25T13:18:23.119" v="53" actId="478"/>
          <ac:spMkLst>
            <pc:docMk/>
            <pc:sldMk cId="4203538009" sldId="263"/>
            <ac:spMk id="3" creationId="{C69A53CE-9D73-A971-74D4-80846DBF8BE3}"/>
          </ac:spMkLst>
        </pc:spChg>
        <pc:picChg chg="add mod">
          <ac:chgData name="Hunter Bartlett" userId="cbf17650-2326-4151-9551-5062c83f5ca3" providerId="ADAL" clId="{A8ED9588-72CB-431E-8FF0-80C39D5F9BE2}" dt="2025-09-25T17:23:55.543" v="197" actId="1076"/>
          <ac:picMkLst>
            <pc:docMk/>
            <pc:sldMk cId="4203538009" sldId="263"/>
            <ac:picMk id="4" creationId="{66EAF164-18EB-9831-73B0-314F5603B4B3}"/>
          </ac:picMkLst>
        </pc:picChg>
        <pc:picChg chg="add mod">
          <ac:chgData name="Hunter Bartlett" userId="cbf17650-2326-4151-9551-5062c83f5ca3" providerId="ADAL" clId="{A8ED9588-72CB-431E-8FF0-80C39D5F9BE2}" dt="2025-09-25T17:24:20.609" v="200" actId="1076"/>
          <ac:picMkLst>
            <pc:docMk/>
            <pc:sldMk cId="4203538009" sldId="263"/>
            <ac:picMk id="6" creationId="{E4462739-32ED-93B9-A840-0463B52558A1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3:43:19.023" v="150" actId="478"/>
        <pc:sldMkLst>
          <pc:docMk/>
          <pc:sldMk cId="895879662" sldId="264"/>
        </pc:sldMkLst>
        <pc:spChg chg="mod">
          <ac:chgData name="Hunter Bartlett" userId="cbf17650-2326-4151-9551-5062c83f5ca3" providerId="ADAL" clId="{A8ED9588-72CB-431E-8FF0-80C39D5F9BE2}" dt="2025-09-25T13:18:55.881" v="62" actId="14100"/>
          <ac:spMkLst>
            <pc:docMk/>
            <pc:sldMk cId="895879662" sldId="264"/>
            <ac:spMk id="2" creationId="{0BE936F9-C26E-3A5D-3FC9-39EAD2F03E7B}"/>
          </ac:spMkLst>
        </pc:spChg>
        <pc:spChg chg="del">
          <ac:chgData name="Hunter Bartlett" userId="cbf17650-2326-4151-9551-5062c83f5ca3" providerId="ADAL" clId="{A8ED9588-72CB-431E-8FF0-80C39D5F9BE2}" dt="2025-09-25T13:43:19.023" v="150" actId="478"/>
          <ac:spMkLst>
            <pc:docMk/>
            <pc:sldMk cId="895879662" sldId="264"/>
            <ac:spMk id="3" creationId="{6E9E9C6E-7411-6BCC-7F85-B2E1358EFA3E}"/>
          </ac:spMkLst>
        </pc:spChg>
        <pc:picChg chg="add mod">
          <ac:chgData name="Hunter Bartlett" userId="cbf17650-2326-4151-9551-5062c83f5ca3" providerId="ADAL" clId="{A8ED9588-72CB-431E-8FF0-80C39D5F9BE2}" dt="2025-09-25T13:42:47.970" v="147" actId="1076"/>
          <ac:picMkLst>
            <pc:docMk/>
            <pc:sldMk cId="895879662" sldId="264"/>
            <ac:picMk id="5" creationId="{C6BFB6E0-9190-C00F-8524-89A6CD299791}"/>
          </ac:picMkLst>
        </pc:picChg>
        <pc:picChg chg="add mod">
          <ac:chgData name="Hunter Bartlett" userId="cbf17650-2326-4151-9551-5062c83f5ca3" providerId="ADAL" clId="{A8ED9588-72CB-431E-8FF0-80C39D5F9BE2}" dt="2025-09-25T13:43:13.426" v="149" actId="1076"/>
          <ac:picMkLst>
            <pc:docMk/>
            <pc:sldMk cId="895879662" sldId="264"/>
            <ac:picMk id="7" creationId="{EE4FF053-7029-10C7-6FE5-FA815EF2EBEB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3:47:10.877" v="156" actId="478"/>
        <pc:sldMkLst>
          <pc:docMk/>
          <pc:sldMk cId="1904185869" sldId="265"/>
        </pc:sldMkLst>
        <pc:spChg chg="mod">
          <ac:chgData name="Hunter Bartlett" userId="cbf17650-2326-4151-9551-5062c83f5ca3" providerId="ADAL" clId="{A8ED9588-72CB-431E-8FF0-80C39D5F9BE2}" dt="2025-09-25T13:19:13.682" v="66" actId="14100"/>
          <ac:spMkLst>
            <pc:docMk/>
            <pc:sldMk cId="1904185869" sldId="265"/>
            <ac:spMk id="2" creationId="{C764F3DF-98DE-BF43-8283-0058390750D3}"/>
          </ac:spMkLst>
        </pc:spChg>
        <pc:spChg chg="del">
          <ac:chgData name="Hunter Bartlett" userId="cbf17650-2326-4151-9551-5062c83f5ca3" providerId="ADAL" clId="{A8ED9588-72CB-431E-8FF0-80C39D5F9BE2}" dt="2025-09-25T13:47:10.877" v="156" actId="478"/>
          <ac:spMkLst>
            <pc:docMk/>
            <pc:sldMk cId="1904185869" sldId="265"/>
            <ac:spMk id="3" creationId="{F22E4B20-8355-3C6F-FB5B-CE7758E0764E}"/>
          </ac:spMkLst>
        </pc:spChg>
        <pc:picChg chg="add mod">
          <ac:chgData name="Hunter Bartlett" userId="cbf17650-2326-4151-9551-5062c83f5ca3" providerId="ADAL" clId="{A8ED9588-72CB-431E-8FF0-80C39D5F9BE2}" dt="2025-09-25T13:47:08.794" v="155" actId="1076"/>
          <ac:picMkLst>
            <pc:docMk/>
            <pc:sldMk cId="1904185869" sldId="265"/>
            <ac:picMk id="5" creationId="{58D41593-3107-D073-032B-0043A2C064AE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08:10.325" v="171" actId="14100"/>
        <pc:sldMkLst>
          <pc:docMk/>
          <pc:sldMk cId="494614528" sldId="266"/>
        </pc:sldMkLst>
        <pc:spChg chg="mod">
          <ac:chgData name="Hunter Bartlett" userId="cbf17650-2326-4151-9551-5062c83f5ca3" providerId="ADAL" clId="{A8ED9588-72CB-431E-8FF0-80C39D5F9BE2}" dt="2025-09-25T13:20:09.767" v="75" actId="255"/>
          <ac:spMkLst>
            <pc:docMk/>
            <pc:sldMk cId="494614528" sldId="266"/>
            <ac:spMk id="2" creationId="{064FA658-1981-EAF4-6D4D-DEB1459E9D00}"/>
          </ac:spMkLst>
        </pc:spChg>
        <pc:spChg chg="del">
          <ac:chgData name="Hunter Bartlett" userId="cbf17650-2326-4151-9551-5062c83f5ca3" providerId="ADAL" clId="{A8ED9588-72CB-431E-8FF0-80C39D5F9BE2}" dt="2025-09-25T14:07:31.882" v="159" actId="478"/>
          <ac:spMkLst>
            <pc:docMk/>
            <pc:sldMk cId="494614528" sldId="266"/>
            <ac:spMk id="3" creationId="{7A9F69A0-ACFA-B83B-AAE6-EBD7A53A1F6C}"/>
          </ac:spMkLst>
        </pc:spChg>
        <pc:picChg chg="add del mod">
          <ac:chgData name="Hunter Bartlett" userId="cbf17650-2326-4151-9551-5062c83f5ca3" providerId="ADAL" clId="{A8ED9588-72CB-431E-8FF0-80C39D5F9BE2}" dt="2025-09-25T14:07:32.893" v="160" actId="478"/>
          <ac:picMkLst>
            <pc:docMk/>
            <pc:sldMk cId="494614528" sldId="266"/>
            <ac:picMk id="5" creationId="{A2BD3F65-CEF4-94B8-99CD-1769B1E346BC}"/>
          </ac:picMkLst>
        </pc:picChg>
        <pc:picChg chg="add mod">
          <ac:chgData name="Hunter Bartlett" userId="cbf17650-2326-4151-9551-5062c83f5ca3" providerId="ADAL" clId="{A8ED9588-72CB-431E-8FF0-80C39D5F9BE2}" dt="2025-09-25T14:08:07.308" v="170" actId="14100"/>
          <ac:picMkLst>
            <pc:docMk/>
            <pc:sldMk cId="494614528" sldId="266"/>
            <ac:picMk id="7" creationId="{219D8EE4-446B-C11A-497C-F74DAC71597D}"/>
          </ac:picMkLst>
        </pc:picChg>
        <pc:picChg chg="add mod">
          <ac:chgData name="Hunter Bartlett" userId="cbf17650-2326-4151-9551-5062c83f5ca3" providerId="ADAL" clId="{A8ED9588-72CB-431E-8FF0-80C39D5F9BE2}" dt="2025-09-25T14:08:10.325" v="171" actId="14100"/>
          <ac:picMkLst>
            <pc:docMk/>
            <pc:sldMk cId="494614528" sldId="266"/>
            <ac:picMk id="9" creationId="{29D03BB2-486A-C34E-E9C2-4D6B84A66D2B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8:28:22.415" v="208" actId="1076"/>
        <pc:sldMkLst>
          <pc:docMk/>
          <pc:sldMk cId="2536316507" sldId="267"/>
        </pc:sldMkLst>
        <pc:spChg chg="mod">
          <ac:chgData name="Hunter Bartlett" userId="cbf17650-2326-4151-9551-5062c83f5ca3" providerId="ADAL" clId="{A8ED9588-72CB-431E-8FF0-80C39D5F9BE2}" dt="2025-09-25T13:20:25.627" v="81" actId="14100"/>
          <ac:spMkLst>
            <pc:docMk/>
            <pc:sldMk cId="2536316507" sldId="267"/>
            <ac:spMk id="2" creationId="{F2A9DCE0-9B65-99D3-4954-15DC68855F3B}"/>
          </ac:spMkLst>
        </pc:spChg>
        <pc:spChg chg="del">
          <ac:chgData name="Hunter Bartlett" userId="cbf17650-2326-4151-9551-5062c83f5ca3" providerId="ADAL" clId="{A8ED9588-72CB-431E-8FF0-80C39D5F9BE2}" dt="2025-09-25T17:40:04.259" v="203" actId="478"/>
          <ac:spMkLst>
            <pc:docMk/>
            <pc:sldMk cId="2536316507" sldId="267"/>
            <ac:spMk id="3" creationId="{9D4B08DD-2F5E-7602-3BAE-E7850C26D20F}"/>
          </ac:spMkLst>
        </pc:spChg>
        <pc:picChg chg="add mod">
          <ac:chgData name="Hunter Bartlett" userId="cbf17650-2326-4151-9551-5062c83f5ca3" providerId="ADAL" clId="{A8ED9588-72CB-431E-8FF0-80C39D5F9BE2}" dt="2025-09-25T18:28:22.415" v="208" actId="1076"/>
          <ac:picMkLst>
            <pc:docMk/>
            <pc:sldMk cId="2536316507" sldId="267"/>
            <ac:picMk id="4" creationId="{5A4A2DEC-A32A-A3A6-7426-5991C3D07DF6}"/>
          </ac:picMkLst>
        </pc:picChg>
        <pc:picChg chg="add del mod">
          <ac:chgData name="Hunter Bartlett" userId="cbf17650-2326-4151-9551-5062c83f5ca3" providerId="ADAL" clId="{A8ED9588-72CB-431E-8FF0-80C39D5F9BE2}" dt="2025-09-25T18:28:14.863" v="205" actId="478"/>
          <ac:picMkLst>
            <pc:docMk/>
            <pc:sldMk cId="2536316507" sldId="267"/>
            <ac:picMk id="5" creationId="{F0CA9B02-B3AE-5ABF-F475-0967CD72099A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13:40.036" v="172" actId="22"/>
        <pc:sldMkLst>
          <pc:docMk/>
          <pc:sldMk cId="1928709275" sldId="268"/>
        </pc:sldMkLst>
        <pc:spChg chg="mod">
          <ac:chgData name="Hunter Bartlett" userId="cbf17650-2326-4151-9551-5062c83f5ca3" providerId="ADAL" clId="{A8ED9588-72CB-431E-8FF0-80C39D5F9BE2}" dt="2025-09-25T13:20:39.767" v="85" actId="14100"/>
          <ac:spMkLst>
            <pc:docMk/>
            <pc:sldMk cId="1928709275" sldId="268"/>
            <ac:spMk id="2" creationId="{42618F69-794B-A7F8-227A-250F786AA6D3}"/>
          </ac:spMkLst>
        </pc:spChg>
        <pc:spChg chg="del">
          <ac:chgData name="Hunter Bartlett" userId="cbf17650-2326-4151-9551-5062c83f5ca3" providerId="ADAL" clId="{A8ED9588-72CB-431E-8FF0-80C39D5F9BE2}" dt="2025-09-25T14:13:40.036" v="172" actId="22"/>
          <ac:spMkLst>
            <pc:docMk/>
            <pc:sldMk cId="1928709275" sldId="268"/>
            <ac:spMk id="3" creationId="{4BAF749E-8570-AE3A-746D-E629DF6178FF}"/>
          </ac:spMkLst>
        </pc:spChg>
        <pc:picChg chg="add mod ord">
          <ac:chgData name="Hunter Bartlett" userId="cbf17650-2326-4151-9551-5062c83f5ca3" providerId="ADAL" clId="{A8ED9588-72CB-431E-8FF0-80C39D5F9BE2}" dt="2025-09-25T14:13:40.036" v="172" actId="22"/>
          <ac:picMkLst>
            <pc:docMk/>
            <pc:sldMk cId="1928709275" sldId="268"/>
            <ac:picMk id="5" creationId="{8CCC87FC-8B58-13ED-14C9-9669AD0E0160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33:12.994" v="193" actId="1076"/>
        <pc:sldMkLst>
          <pc:docMk/>
          <pc:sldMk cId="1340838431" sldId="269"/>
        </pc:sldMkLst>
        <pc:spChg chg="mod">
          <ac:chgData name="Hunter Bartlett" userId="cbf17650-2326-4151-9551-5062c83f5ca3" providerId="ADAL" clId="{A8ED9588-72CB-431E-8FF0-80C39D5F9BE2}" dt="2025-09-25T13:20:54.071" v="89" actId="255"/>
          <ac:spMkLst>
            <pc:docMk/>
            <pc:sldMk cId="1340838431" sldId="269"/>
            <ac:spMk id="2" creationId="{CF607AB4-9FAC-24E1-8ABC-309B9F5B6069}"/>
          </ac:spMkLst>
        </pc:spChg>
        <pc:spChg chg="del">
          <ac:chgData name="Hunter Bartlett" userId="cbf17650-2326-4151-9551-5062c83f5ca3" providerId="ADAL" clId="{A8ED9588-72CB-431E-8FF0-80C39D5F9BE2}" dt="2025-09-25T14:33:10.996" v="192" actId="478"/>
          <ac:spMkLst>
            <pc:docMk/>
            <pc:sldMk cId="1340838431" sldId="269"/>
            <ac:spMk id="3" creationId="{07CD7568-0042-77F3-96E3-5D08D7E790E4}"/>
          </ac:spMkLst>
        </pc:spChg>
        <pc:picChg chg="add mod">
          <ac:chgData name="Hunter Bartlett" userId="cbf17650-2326-4151-9551-5062c83f5ca3" providerId="ADAL" clId="{A8ED9588-72CB-431E-8FF0-80C39D5F9BE2}" dt="2025-09-25T14:33:12.994" v="193" actId="1076"/>
          <ac:picMkLst>
            <pc:docMk/>
            <pc:sldMk cId="1340838431" sldId="269"/>
            <ac:picMk id="5" creationId="{9F331027-051D-3B3F-DD70-FC949FC238C8}"/>
          </ac:picMkLst>
        </pc:picChg>
      </pc:sldChg>
      <pc:sldChg chg="addSp modSp new mod">
        <pc:chgData name="Hunter Bartlett" userId="cbf17650-2326-4151-9551-5062c83f5ca3" providerId="ADAL" clId="{A8ED9588-72CB-431E-8FF0-80C39D5F9BE2}" dt="2025-09-25T14:31:29.594" v="189" actId="1076"/>
        <pc:sldMkLst>
          <pc:docMk/>
          <pc:sldMk cId="513119090" sldId="270"/>
        </pc:sldMkLst>
        <pc:spChg chg="mod">
          <ac:chgData name="Hunter Bartlett" userId="cbf17650-2326-4151-9551-5062c83f5ca3" providerId="ADAL" clId="{A8ED9588-72CB-431E-8FF0-80C39D5F9BE2}" dt="2025-09-25T13:21:11.959" v="95" actId="14100"/>
          <ac:spMkLst>
            <pc:docMk/>
            <pc:sldMk cId="513119090" sldId="270"/>
            <ac:spMk id="2" creationId="{E421FCA9-8C17-2978-1286-68604744E074}"/>
          </ac:spMkLst>
        </pc:spChg>
        <pc:picChg chg="add mod">
          <ac:chgData name="Hunter Bartlett" userId="cbf17650-2326-4151-9551-5062c83f5ca3" providerId="ADAL" clId="{A8ED9588-72CB-431E-8FF0-80C39D5F9BE2}" dt="2025-09-25T14:31:10.010" v="186" actId="1076"/>
          <ac:picMkLst>
            <pc:docMk/>
            <pc:sldMk cId="513119090" sldId="270"/>
            <ac:picMk id="5" creationId="{CE2E06F1-0684-B80C-C6D1-622588492A8D}"/>
          </ac:picMkLst>
        </pc:picChg>
        <pc:picChg chg="add mod">
          <ac:chgData name="Hunter Bartlett" userId="cbf17650-2326-4151-9551-5062c83f5ca3" providerId="ADAL" clId="{A8ED9588-72CB-431E-8FF0-80C39D5F9BE2}" dt="2025-09-25T14:31:29.594" v="189" actId="1076"/>
          <ac:picMkLst>
            <pc:docMk/>
            <pc:sldMk cId="513119090" sldId="270"/>
            <ac:picMk id="7" creationId="{15654E00-3676-51FD-14B9-893DDDAB2A4A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29:47.200" v="183" actId="14100"/>
        <pc:sldMkLst>
          <pc:docMk/>
          <pc:sldMk cId="3481142524" sldId="271"/>
        </pc:sldMkLst>
        <pc:spChg chg="mod">
          <ac:chgData name="Hunter Bartlett" userId="cbf17650-2326-4151-9551-5062c83f5ca3" providerId="ADAL" clId="{A8ED9588-72CB-431E-8FF0-80C39D5F9BE2}" dt="2025-09-25T13:21:35.156" v="99" actId="14100"/>
          <ac:spMkLst>
            <pc:docMk/>
            <pc:sldMk cId="3481142524" sldId="271"/>
            <ac:spMk id="2" creationId="{3F690963-FF7A-A19A-9146-5FC9EE897CCC}"/>
          </ac:spMkLst>
        </pc:spChg>
        <pc:spChg chg="del">
          <ac:chgData name="Hunter Bartlett" userId="cbf17650-2326-4151-9551-5062c83f5ca3" providerId="ADAL" clId="{A8ED9588-72CB-431E-8FF0-80C39D5F9BE2}" dt="2025-09-25T14:29:44.125" v="182" actId="478"/>
          <ac:spMkLst>
            <pc:docMk/>
            <pc:sldMk cId="3481142524" sldId="271"/>
            <ac:spMk id="3" creationId="{02AF50CD-7F87-0AA0-3CBB-AE19B92529C5}"/>
          </ac:spMkLst>
        </pc:spChg>
        <pc:picChg chg="add mod">
          <ac:chgData name="Hunter Bartlett" userId="cbf17650-2326-4151-9551-5062c83f5ca3" providerId="ADAL" clId="{A8ED9588-72CB-431E-8FF0-80C39D5F9BE2}" dt="2025-09-25T14:29:47.200" v="183" actId="14100"/>
          <ac:picMkLst>
            <pc:docMk/>
            <pc:sldMk cId="3481142524" sldId="271"/>
            <ac:picMk id="5" creationId="{8B64673C-10A3-66AA-AA01-44BC36488D4D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27:57.708" v="180" actId="1076"/>
        <pc:sldMkLst>
          <pc:docMk/>
          <pc:sldMk cId="1403962777" sldId="272"/>
        </pc:sldMkLst>
        <pc:spChg chg="mod">
          <ac:chgData name="Hunter Bartlett" userId="cbf17650-2326-4151-9551-5062c83f5ca3" providerId="ADAL" clId="{A8ED9588-72CB-431E-8FF0-80C39D5F9BE2}" dt="2025-09-25T13:21:51.029" v="103" actId="14100"/>
          <ac:spMkLst>
            <pc:docMk/>
            <pc:sldMk cId="1403962777" sldId="272"/>
            <ac:spMk id="2" creationId="{BF995DBA-E327-A337-C2A2-5DD3FED4E48B}"/>
          </ac:spMkLst>
        </pc:spChg>
        <pc:spChg chg="del">
          <ac:chgData name="Hunter Bartlett" userId="cbf17650-2326-4151-9551-5062c83f5ca3" providerId="ADAL" clId="{A8ED9588-72CB-431E-8FF0-80C39D5F9BE2}" dt="2025-09-25T14:27:55.608" v="179" actId="478"/>
          <ac:spMkLst>
            <pc:docMk/>
            <pc:sldMk cId="1403962777" sldId="272"/>
            <ac:spMk id="3" creationId="{6875AEF7-4F68-5BB1-E0BB-361DE9619339}"/>
          </ac:spMkLst>
        </pc:spChg>
        <pc:picChg chg="add mod">
          <ac:chgData name="Hunter Bartlett" userId="cbf17650-2326-4151-9551-5062c83f5ca3" providerId="ADAL" clId="{A8ED9588-72CB-431E-8FF0-80C39D5F9BE2}" dt="2025-09-25T14:27:57.708" v="180" actId="1076"/>
          <ac:picMkLst>
            <pc:docMk/>
            <pc:sldMk cId="1403962777" sldId="272"/>
            <ac:picMk id="5" creationId="{2DE9AA8C-08B6-6403-74C7-D55DEA314DA9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25:17.203" v="176" actId="1076"/>
        <pc:sldMkLst>
          <pc:docMk/>
          <pc:sldMk cId="1621047126" sldId="273"/>
        </pc:sldMkLst>
        <pc:spChg chg="mod">
          <ac:chgData name="Hunter Bartlett" userId="cbf17650-2326-4151-9551-5062c83f5ca3" providerId="ADAL" clId="{A8ED9588-72CB-431E-8FF0-80C39D5F9BE2}" dt="2025-09-25T13:22:26.845" v="105" actId="255"/>
          <ac:spMkLst>
            <pc:docMk/>
            <pc:sldMk cId="1621047126" sldId="273"/>
            <ac:spMk id="2" creationId="{8119EAFC-07F5-1E0C-FF9A-3E8F8FEA1DFA}"/>
          </ac:spMkLst>
        </pc:spChg>
        <pc:spChg chg="del">
          <ac:chgData name="Hunter Bartlett" userId="cbf17650-2326-4151-9551-5062c83f5ca3" providerId="ADAL" clId="{A8ED9588-72CB-431E-8FF0-80C39D5F9BE2}" dt="2025-09-25T14:25:11.607" v="173" actId="478"/>
          <ac:spMkLst>
            <pc:docMk/>
            <pc:sldMk cId="1621047126" sldId="273"/>
            <ac:spMk id="3" creationId="{7C98DFFD-5E1B-F63D-CD41-4164ADF4E898}"/>
          </ac:spMkLst>
        </pc:spChg>
        <pc:picChg chg="add mod">
          <ac:chgData name="Hunter Bartlett" userId="cbf17650-2326-4151-9551-5062c83f5ca3" providerId="ADAL" clId="{A8ED9588-72CB-431E-8FF0-80C39D5F9BE2}" dt="2025-09-25T14:25:17.203" v="176" actId="1076"/>
          <ac:picMkLst>
            <pc:docMk/>
            <pc:sldMk cId="1621047126" sldId="273"/>
            <ac:picMk id="5" creationId="{2A6F99E9-EA11-1067-A342-9F3EDD7D8830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4:34:25.556" v="194" actId="22"/>
        <pc:sldMkLst>
          <pc:docMk/>
          <pc:sldMk cId="3927446227" sldId="274"/>
        </pc:sldMkLst>
        <pc:spChg chg="mod">
          <ac:chgData name="Hunter Bartlett" userId="cbf17650-2326-4151-9551-5062c83f5ca3" providerId="ADAL" clId="{A8ED9588-72CB-431E-8FF0-80C39D5F9BE2}" dt="2025-09-25T13:22:40.200" v="109" actId="255"/>
          <ac:spMkLst>
            <pc:docMk/>
            <pc:sldMk cId="3927446227" sldId="274"/>
            <ac:spMk id="2" creationId="{67E45DAD-4CBD-E944-FCE9-42D9632D581E}"/>
          </ac:spMkLst>
        </pc:spChg>
        <pc:spChg chg="del">
          <ac:chgData name="Hunter Bartlett" userId="cbf17650-2326-4151-9551-5062c83f5ca3" providerId="ADAL" clId="{A8ED9588-72CB-431E-8FF0-80C39D5F9BE2}" dt="2025-09-25T14:34:25.556" v="194" actId="22"/>
          <ac:spMkLst>
            <pc:docMk/>
            <pc:sldMk cId="3927446227" sldId="274"/>
            <ac:spMk id="3" creationId="{8E948386-9C5C-3CA0-4A5A-9D0FF7A900C7}"/>
          </ac:spMkLst>
        </pc:spChg>
        <pc:picChg chg="add mod ord">
          <ac:chgData name="Hunter Bartlett" userId="cbf17650-2326-4151-9551-5062c83f5ca3" providerId="ADAL" clId="{A8ED9588-72CB-431E-8FF0-80C39D5F9BE2}" dt="2025-09-25T14:34:25.556" v="194" actId="22"/>
          <ac:picMkLst>
            <pc:docMk/>
            <pc:sldMk cId="3927446227" sldId="274"/>
            <ac:picMk id="5" creationId="{129D32DF-7132-F9F1-4D32-D312915DC6D4}"/>
          </ac:picMkLst>
        </pc:picChg>
      </pc:sldChg>
      <pc:sldChg chg="addSp delSp modSp new mod">
        <pc:chgData name="Hunter Bartlett" userId="cbf17650-2326-4151-9551-5062c83f5ca3" providerId="ADAL" clId="{A8ED9588-72CB-431E-8FF0-80C39D5F9BE2}" dt="2025-09-25T19:52:32.526" v="255" actId="1076"/>
        <pc:sldMkLst>
          <pc:docMk/>
          <pc:sldMk cId="1160104294" sldId="275"/>
        </pc:sldMkLst>
        <pc:spChg chg="mod">
          <ac:chgData name="Hunter Bartlett" userId="cbf17650-2326-4151-9551-5062c83f5ca3" providerId="ADAL" clId="{A8ED9588-72CB-431E-8FF0-80C39D5F9BE2}" dt="2025-09-25T19:46:24.013" v="251" actId="20577"/>
          <ac:spMkLst>
            <pc:docMk/>
            <pc:sldMk cId="1160104294" sldId="275"/>
            <ac:spMk id="2" creationId="{96D3C648-0B83-6D39-58B8-81C0B3CE5117}"/>
          </ac:spMkLst>
        </pc:spChg>
        <pc:spChg chg="del">
          <ac:chgData name="Hunter Bartlett" userId="cbf17650-2326-4151-9551-5062c83f5ca3" providerId="ADAL" clId="{A8ED9588-72CB-431E-8FF0-80C39D5F9BE2}" dt="2025-09-25T18:34:41.740" v="212" actId="478"/>
          <ac:spMkLst>
            <pc:docMk/>
            <pc:sldMk cId="1160104294" sldId="275"/>
            <ac:spMk id="3" creationId="{D3D6054F-E530-0305-BD55-1F6B2EE1A41D}"/>
          </ac:spMkLst>
        </pc:spChg>
        <pc:picChg chg="add del mod">
          <ac:chgData name="Hunter Bartlett" userId="cbf17650-2326-4151-9551-5062c83f5ca3" providerId="ADAL" clId="{A8ED9588-72CB-431E-8FF0-80C39D5F9BE2}" dt="2025-09-25T19:52:28.523" v="252" actId="478"/>
          <ac:picMkLst>
            <pc:docMk/>
            <pc:sldMk cId="1160104294" sldId="275"/>
            <ac:picMk id="4" creationId="{80B09A7E-73B4-A70A-3396-F42F17D307B2}"/>
          </ac:picMkLst>
        </pc:picChg>
        <pc:picChg chg="add del mod">
          <ac:chgData name="Hunter Bartlett" userId="cbf17650-2326-4151-9551-5062c83f5ca3" providerId="ADAL" clId="{A8ED9588-72CB-431E-8FF0-80C39D5F9BE2}" dt="2025-09-25T19:46:14.438" v="246" actId="478"/>
          <ac:picMkLst>
            <pc:docMk/>
            <pc:sldMk cId="1160104294" sldId="275"/>
            <ac:picMk id="5" creationId="{B769945A-3DB0-9B0F-96F8-3D96E05F248D}"/>
          </ac:picMkLst>
        </pc:picChg>
        <pc:picChg chg="add mod">
          <ac:chgData name="Hunter Bartlett" userId="cbf17650-2326-4151-9551-5062c83f5ca3" providerId="ADAL" clId="{A8ED9588-72CB-431E-8FF0-80C39D5F9BE2}" dt="2025-09-25T19:52:32.526" v="255" actId="1076"/>
          <ac:picMkLst>
            <pc:docMk/>
            <pc:sldMk cId="1160104294" sldId="275"/>
            <ac:picMk id="7" creationId="{D7C445C6-0878-7503-67C4-6E3A908781C3}"/>
          </ac:picMkLst>
        </pc:picChg>
      </pc:sldChg>
      <pc:sldChg chg="new del">
        <pc:chgData name="Hunter Bartlett" userId="cbf17650-2326-4151-9551-5062c83f5ca3" providerId="ADAL" clId="{A8ED9588-72CB-431E-8FF0-80C39D5F9BE2}" dt="2025-09-25T13:23:01.574" v="115" actId="2696"/>
        <pc:sldMkLst>
          <pc:docMk/>
          <pc:sldMk cId="946606376" sldId="276"/>
        </pc:sldMkLst>
      </pc:sldChg>
      <pc:sldChg chg="new del">
        <pc:chgData name="Hunter Bartlett" userId="cbf17650-2326-4151-9551-5062c83f5ca3" providerId="ADAL" clId="{A8ED9588-72CB-431E-8FF0-80C39D5F9BE2}" dt="2025-09-25T13:15:34.269" v="21" actId="2696"/>
        <pc:sldMkLst>
          <pc:docMk/>
          <pc:sldMk cId="519043570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0DC93-413A-8F4D-7D74-0B11BF5AC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7CAD1-9DBC-83C5-D174-9C6AAC736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FD554-CA2F-B77A-7B61-0C2482B9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7CD90-CC43-DFC5-C230-BADEAFD2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57991-66D0-2802-B5E1-DD90C5CE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4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36E77-65C6-0644-21BA-4B134C10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F441C-F2B3-49D8-6174-E492641B6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F0B4D-E2FF-1413-0EEE-BD20B100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B45AD-985B-A5D8-1019-D1B4FD5C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65DA-A40A-B441-848E-F64508E9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12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9FD3C-72F9-2A36-A072-632D0FA87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F342E-7EA9-AE14-3671-6D89540F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C5483-234B-6DDA-C797-3F7273C6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F6E6-5D4C-BFC9-82D0-E17BF9358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626F-82F5-200E-4618-9EDB79FD2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7356A-B457-7BAB-9310-BE24F649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91AF-CDF0-1967-5FDD-3053F3046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36197-5142-5D1F-5BE9-00D1A6C23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684C3-843B-2190-D867-A38E3B38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C4D2B-D98A-A4BE-DDD1-DC04C7120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2AF1D-073C-B7F8-FB3C-D35D5CCD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5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0655-487B-7663-6027-EED9CB416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383B4-1C70-63E2-313F-E3501105F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99F12-3066-153F-11B9-FAEB4A58D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20069-B541-5CF1-2C10-0CD9B0658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862B9-4FA4-F625-0E7A-677BDFD7E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A5F369-3DBD-7786-F93D-5CAB0785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977D9-A3AE-782E-8E49-5AF12D5A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56A041-AC2D-13E7-880B-D12292D1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05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6894-DD2D-B86B-82E5-002EA975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12BCB-44EB-B551-EA5F-77234785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D3B5D8-191A-05F5-B877-A6C04A86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2140D-DA28-6186-2C0B-6A66E0F90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02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3C19F0-1A8D-EB34-D1D0-95534446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5C20B6-DB2B-A9BF-A0C6-2347EF53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1015E-05DE-D762-0031-88AE1AC2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02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3889-8B56-E4B0-0AF8-7FD13EAA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E4E8A-1185-790C-32D3-AD48C7818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DF128-2D35-C6BB-A36D-25FD0332D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7973-B560-2E31-90D6-118191F3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089E7-1FF5-CDFA-9CD3-ADCEC8F99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18564-D7B0-CABE-D67B-FD5672CC8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68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A83C0-058A-9045-E7E5-433C09E1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DA79DA-296B-DC44-F1C1-749852A947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F9888-75AC-C0AD-8F3E-0EF8A5E92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38062-63C8-49DD-E89C-6A2221D6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3661-15DA-9AC3-603F-30477678F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E8A74-48C3-3D9F-11F6-2D163F1E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43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5C6F-3427-5436-E438-92B484F0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E6C75-28B6-540A-2263-260FCB655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2CA29-3C93-D1C5-DE50-64F87442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9CED2-9B65-ECE8-9A8D-EF184375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C83A2-DC39-8FC0-364C-04A2F37D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9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1A039-326F-9883-F135-2DB2A55F8C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07C16-7117-0981-3123-A1E29B918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6437D-71D2-CEF9-9A3C-791D21A6A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EF8F2-6D7A-49F6-6F45-E8501620F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3E8CD-B714-7518-8391-D8557CB03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6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DBFD9-21DE-B3DD-5943-815FBCFA4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031692-B3BC-E75C-2DBD-E1F8FFE04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AA33E-3893-3867-62FC-6A945E9DC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210BE1-C151-434D-BF3B-641C25C2E190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AA7F0-8C9E-BD05-F72B-5B12D4B13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4FB61-752F-145A-0EF4-D9A83B53C0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A3999-2446-44E9-937E-B07DC6515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F6F0-6F80-D38B-A28A-0E340EBDFA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C42B0B-7E3E-F99C-AEBE-C55250BF30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Hunter Bartlett</a:t>
            </a:r>
          </a:p>
        </p:txBody>
      </p:sp>
    </p:spTree>
    <p:extLst>
      <p:ext uri="{BB962C8B-B14F-4D97-AF65-F5344CB8AC3E}">
        <p14:creationId xmlns:p14="http://schemas.microsoft.com/office/powerpoint/2010/main" val="4172564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A318-68B8-A1E8-CE3C-089F0787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1) Display the count of the number of rows in the Orders table.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1F358-F9C9-E26D-3DA6-1856FCCC6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121343"/>
            <a:ext cx="10515600" cy="175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73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A277-7084-B948-2614-81045FB76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2) Delete a specified record in the Staff table and prove that it is deleted. (before and after)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C7D4E9-9974-0640-6F21-CC1BE6AD3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2440" y="1690688"/>
            <a:ext cx="10515600" cy="12590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03E6CB-5520-A7C1-CC20-1C2B6E118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1" y="2949699"/>
            <a:ext cx="9502964" cy="1749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4FD758-AB00-8D78-EA92-47243C2EB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" y="4932299"/>
            <a:ext cx="10241280" cy="156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6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27755-DDF1-E752-03B0-E38EF2E2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3) Two table implied join qualified with a key value.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CD9937-883B-3E4B-C56E-67861457A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6049"/>
            <a:ext cx="10515600" cy="429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050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9146-7613-DDD7-A790-26DAE8132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4) Three table implied join qualified with a key value.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15EEC-4BFF-D07E-41AC-28D7A4CDF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40444"/>
            <a:ext cx="10515600" cy="392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145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8BF6B-9F55-D11F-58DF-0948758C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r>
              <a:rPr lang="en-US" sz="3200" dirty="0"/>
              <a:t>5) Use twelve SQL functions (such as SUM). This should be twelve queries with at least one function for</a:t>
            </a:r>
            <a:br>
              <a:rPr lang="en-US" sz="3200" dirty="0"/>
            </a:br>
            <a:r>
              <a:rPr lang="en-US" sz="3200" dirty="0"/>
              <a:t>each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A60DE-13B4-BB17-B49C-8167B3175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7766"/>
            <a:ext cx="5605153" cy="2823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AD3B2-DCBC-9718-5BB3-C0DEE898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283" y="2228933"/>
            <a:ext cx="6096000" cy="289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737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1830-4BD0-A75A-251E-14D46932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65125"/>
            <a:ext cx="11960352" cy="1325563"/>
          </a:xfrm>
        </p:spPr>
        <p:txBody>
          <a:bodyPr>
            <a:normAutofit/>
          </a:bodyPr>
          <a:lstStyle/>
          <a:p>
            <a:r>
              <a:rPr lang="en-US" sz="3200" dirty="0"/>
              <a:t>6) Write an SQL statement that utilizes 'like' in the where clause.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C34D5-BE81-0B90-1C2E-ACEEE4DB7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72" y="2433498"/>
            <a:ext cx="9535856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D19BD-FA11-D570-E41E-4D19ECDFF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18693"/>
            <a:ext cx="12192000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7) Demonstrate the use of the </a:t>
            </a:r>
            <a:r>
              <a:rPr lang="en-US" sz="3200" dirty="0" err="1"/>
              <a:t>rowcount</a:t>
            </a:r>
            <a:r>
              <a:rPr lang="en-US" sz="3200" dirty="0"/>
              <a:t> feature to return 4 rows from a table that has more than 4 rows.</a:t>
            </a:r>
            <a:br>
              <a:rPr lang="en-US" sz="3200" dirty="0"/>
            </a:br>
            <a:r>
              <a:rPr lang="en-US" sz="3600" dirty="0"/>
              <a:t>Then demonstrate the use of the </a:t>
            </a:r>
            <a:r>
              <a:rPr lang="en-US" sz="3600" dirty="0" err="1"/>
              <a:t>rowcount</a:t>
            </a:r>
            <a:r>
              <a:rPr lang="en-US" sz="3600" dirty="0"/>
              <a:t> feature to reset the number of rows returned to all of the rows in</a:t>
            </a:r>
            <a:br>
              <a:rPr lang="en-US" sz="3600" dirty="0"/>
            </a:br>
            <a:r>
              <a:rPr lang="en-US" sz="3600" dirty="0"/>
              <a:t>a table. Demonstrate an alternative to </a:t>
            </a:r>
            <a:r>
              <a:rPr lang="en-US" sz="3600" dirty="0" err="1"/>
              <a:t>rowcount</a:t>
            </a:r>
            <a:r>
              <a:rPr lang="en-US" sz="3600" dirty="0"/>
              <a:t> that has similar functionality.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EAF164-18EB-9831-73B0-314F5603B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2" y="2769598"/>
            <a:ext cx="5983378" cy="2242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462739-32ED-93B9-A840-0463B5255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812" y="2489816"/>
            <a:ext cx="4928747" cy="379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38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36F9-C26E-3A5D-3FC9-39EAD2F0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28953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8) Create a SQL routine to insert values into the Ingredient 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BFB6E0-9190-C00F-8524-89A6CD299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403" y="1690688"/>
            <a:ext cx="7363598" cy="2268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4FF053-7029-10C7-6FE5-FA815EF2E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403" y="4001294"/>
            <a:ext cx="8106906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79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4F3DF-98DE-BF43-8283-00583907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9) Create a SQL routine to update one middle name in the Staff 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41593-3107-D073-032B-0043A2C06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52" y="1332712"/>
            <a:ext cx="10411968" cy="516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8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A658-1981-EAF4-6D4D-DEB1459E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r>
              <a:rPr lang="en-US" sz="3200" dirty="0"/>
              <a:t>10) Create SQL to truncate and populate a new table with at least 10 rows using data you supply in the insert statement. Table must have at least 3 columns and is not a table in the Restaurant database.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9D8EE4-446B-C11A-497C-F74DAC715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511" y="1880299"/>
            <a:ext cx="6210169" cy="40693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D03BB2-486A-C34E-E9C2-4D6B84A66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079" y="2450592"/>
            <a:ext cx="5241143" cy="212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61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DCE0-9B65-99D3-4954-15DC6885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11) Create a SQL statement that inserts 2 Orders for a Staff of your choice and 3 Orders for another Staff of your choice.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A2DEC-A32A-A3A6-7426-5991C3D07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78" y="1821543"/>
            <a:ext cx="6228443" cy="467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16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8F69-794B-A7F8-227A-250F786A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12) Create a query that uses Group By with the  Order and Staff table.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CC87FC-8B58-13ED-14C9-9669AD0E01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2481" y="1825625"/>
            <a:ext cx="77470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09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07AB4-9FAC-24E1-8ABC-309B9F5B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13) Create a SQL statement that utilizes the substring command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31027-051D-3B3F-DD70-FC949FC23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515600" cy="453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838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FCA9-8C17-2978-1286-68604744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14) Demonstrate the use of distinct, ascending, descending in a query.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8EA1-C151-62E5-62CB-39CCC31D1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E06F1-0684-B80C-C6D1-622588492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2" y="1475232"/>
            <a:ext cx="5458092" cy="5248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654E00-3676-51FD-14B9-893DDDAB2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56" y="1376923"/>
            <a:ext cx="4214097" cy="524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19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0963-FF7A-A19A-9146-5FC9EE897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15) Demonstrate @@version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64673C-10A3-66AA-AA01-44BC36488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58" y="2491154"/>
            <a:ext cx="11940541" cy="18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142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95DBA-E327-A337-C2A2-5DD3FED4E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16) How many Ingredients are in Ingredient table (number, not the list of records).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E9AA8C-08B6-6403-74C7-D55DEA314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27" y="1950936"/>
            <a:ext cx="10636745" cy="259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62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EAFC-07F5-1E0C-FF9A-3E8F8FEA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18) Which Menu Item had the most Ingredients.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F99E9-EA11-1067-A342-9F3EDD7D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012708"/>
            <a:ext cx="11353800" cy="24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047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5DAD-4CBD-E944-FCE9-42D9632D5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rmAutofit/>
          </a:bodyPr>
          <a:lstStyle/>
          <a:p>
            <a:r>
              <a:rPr lang="en-US" sz="3200" dirty="0"/>
              <a:t>19) Which Staff member had the longest Last Name.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D32DF-7132-F9F1-4D32-D312915DC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315" y="1825625"/>
            <a:ext cx="82793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46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3C648-0B83-6D39-58B8-81C0B3CE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r>
              <a:rPr lang="en-US" sz="3200" dirty="0"/>
              <a:t>20) Write a script that creates the data to have a Menu item with more than one Ingredient as well as a script to display that Menu item and it's Ingredients.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C445C6-0878-7503-67C4-6E3A90878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135" y="1504703"/>
            <a:ext cx="7439271" cy="495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04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4b0362e-85c0-4e95-a4ce-5651d96cb739}" enabled="0" method="" siteId="{64b0362e-85c0-4e95-a4ce-5651d96cb7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381</Words>
  <Application>Microsoft Office PowerPoint</Application>
  <PresentationFormat>Widescreen</PresentationFormat>
  <Paragraphs>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SQL 1</vt:lpstr>
      <vt:lpstr>1) Display the count of the number of rows in the Orders table.</vt:lpstr>
      <vt:lpstr>2) Delete a specified record in the Staff table and prove that it is deleted. (before and after)</vt:lpstr>
      <vt:lpstr>3) Two table implied join qualified with a key value.</vt:lpstr>
      <vt:lpstr>4) Three table implied join qualified with a key value.</vt:lpstr>
      <vt:lpstr>5) Use twelve SQL functions (such as SUM). This should be twelve queries with at least one function for each query</vt:lpstr>
      <vt:lpstr>6) Write an SQL statement that utilizes 'like' in the where clause.</vt:lpstr>
      <vt:lpstr>7) Demonstrate the use of the rowcount feature to return 4 rows from a table that has more than 4 rows. Then demonstrate the use of the rowcount feature to reset the number of rows returned to all of the rows in a table. Demonstrate an alternative to rowcount that has similar functionality.</vt:lpstr>
      <vt:lpstr>8) Create a SQL routine to insert values into the Ingredient table.</vt:lpstr>
      <vt:lpstr>9) Create a SQL routine to update one middle name in the Staff table.</vt:lpstr>
      <vt:lpstr>10) Create SQL to truncate and populate a new table with at least 10 rows using data you supply in the insert statement. Table must have at least 3 columns and is not a table in the Restaurant database.</vt:lpstr>
      <vt:lpstr>11) Create a SQL statement that inserts 2 Orders for a Staff of your choice and 3 Orders for another Staff of your choice.</vt:lpstr>
      <vt:lpstr>12) Create a query that uses Group By with the  Order and Staff table.</vt:lpstr>
      <vt:lpstr>13) Create a SQL statement that utilizes the substring command</vt:lpstr>
      <vt:lpstr>14) Demonstrate the use of distinct, ascending, descending in a query.</vt:lpstr>
      <vt:lpstr>15) Demonstrate @@version</vt:lpstr>
      <vt:lpstr>16) How many Ingredients are in Ingredient table (number, not the list of records).</vt:lpstr>
      <vt:lpstr>18) Which Menu Item had the most Ingredients.</vt:lpstr>
      <vt:lpstr>19) Which Staff member had the longest Last Name.</vt:lpstr>
      <vt:lpstr>20) Write a script that creates the data to have a Menu item with more than one Ingredient as well as a script to display that Menu item and it's Ingredients.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Hunter Bartlett</dc:creator>
  <cp:lastModifiedBy>Hunter Bartlett</cp:lastModifiedBy>
  <cp:revision>1</cp:revision>
  <dcterms:created xsi:type="dcterms:W3CDTF">2025-09-25T13:15:12Z</dcterms:created>
  <dcterms:modified xsi:type="dcterms:W3CDTF">2025-09-25T19:52:39Z</dcterms:modified>
</cp:coreProperties>
</file>