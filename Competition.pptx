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8583A-378D-4963-9AB5-FE8C54F142CA}" v="1" dt="2025-11-25T15:03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" d="100"/>
          <a:sy n="21" d="100"/>
        </p:scale>
        <p:origin x="31" y="1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 Bartlett" userId="cbf17650-2326-4151-9551-5062c83f5ca3" providerId="ADAL" clId="{A8ED9588-72CB-431E-8FF0-80C39D5F9BE2}"/>
    <pc:docChg chg="custSel addSld modSld">
      <pc:chgData name="Hunter Bartlett" userId="cbf17650-2326-4151-9551-5062c83f5ca3" providerId="ADAL" clId="{A8ED9588-72CB-431E-8FF0-80C39D5F9BE2}" dt="2025-12-04T15:18:55.214" v="283" actId="22"/>
      <pc:docMkLst>
        <pc:docMk/>
      </pc:docMkLst>
      <pc:sldChg chg="modSp mod">
        <pc:chgData name="Hunter Bartlett" userId="cbf17650-2326-4151-9551-5062c83f5ca3" providerId="ADAL" clId="{A8ED9588-72CB-431E-8FF0-80C39D5F9BE2}" dt="2025-11-25T14:45:27.260" v="10" actId="20577"/>
        <pc:sldMkLst>
          <pc:docMk/>
          <pc:sldMk cId="3946777524" sldId="256"/>
        </pc:sldMkLst>
        <pc:spChg chg="mod">
          <ac:chgData name="Hunter Bartlett" userId="cbf17650-2326-4151-9551-5062c83f5ca3" providerId="ADAL" clId="{A8ED9588-72CB-431E-8FF0-80C39D5F9BE2}" dt="2025-11-25T14:45:27.260" v="10" actId="20577"/>
          <ac:spMkLst>
            <pc:docMk/>
            <pc:sldMk cId="3946777524" sldId="256"/>
            <ac:spMk id="2" creationId="{F6EEFF5A-6BA2-6FCB-DCAF-3BA96D6A62B9}"/>
          </ac:spMkLst>
        </pc:spChg>
      </pc:sldChg>
      <pc:sldChg chg="addSp delSp modSp new mod">
        <pc:chgData name="Hunter Bartlett" userId="cbf17650-2326-4151-9551-5062c83f5ca3" providerId="ADAL" clId="{A8ED9588-72CB-431E-8FF0-80C39D5F9BE2}" dt="2025-11-25T14:51:31.899" v="57" actId="478"/>
        <pc:sldMkLst>
          <pc:docMk/>
          <pc:sldMk cId="117387232" sldId="257"/>
        </pc:sldMkLst>
        <pc:spChg chg="mod">
          <ac:chgData name="Hunter Bartlett" userId="cbf17650-2326-4151-9551-5062c83f5ca3" providerId="ADAL" clId="{A8ED9588-72CB-431E-8FF0-80C39D5F9BE2}" dt="2025-11-25T14:45:34.218" v="14" actId="20577"/>
          <ac:spMkLst>
            <pc:docMk/>
            <pc:sldMk cId="117387232" sldId="257"/>
            <ac:spMk id="2" creationId="{9F1E04D1-E4FD-FD36-F3C6-03E31BB36592}"/>
          </ac:spMkLst>
        </pc:spChg>
        <pc:picChg chg="add mod ord">
          <ac:chgData name="Hunter Bartlett" userId="cbf17650-2326-4151-9551-5062c83f5ca3" providerId="ADAL" clId="{A8ED9588-72CB-431E-8FF0-80C39D5F9BE2}" dt="2025-11-25T14:50:14.173" v="48" actId="14100"/>
          <ac:picMkLst>
            <pc:docMk/>
            <pc:sldMk cId="117387232" sldId="257"/>
            <ac:picMk id="5" creationId="{1995C513-B184-A002-72E8-D1057D158432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0:08.290" v="47" actId="14100"/>
        <pc:sldMkLst>
          <pc:docMk/>
          <pc:sldMk cId="4112258443" sldId="258"/>
        </pc:sldMkLst>
        <pc:spChg chg="mod">
          <ac:chgData name="Hunter Bartlett" userId="cbf17650-2326-4151-9551-5062c83f5ca3" providerId="ADAL" clId="{A8ED9588-72CB-431E-8FF0-80C39D5F9BE2}" dt="2025-11-25T14:47:50.194" v="19" actId="20577"/>
          <ac:spMkLst>
            <pc:docMk/>
            <pc:sldMk cId="4112258443" sldId="258"/>
            <ac:spMk id="2" creationId="{E1CE304D-AD16-F7D6-5D32-2FF868BB0C68}"/>
          </ac:spMkLst>
        </pc:spChg>
        <pc:picChg chg="add mod ord">
          <ac:chgData name="Hunter Bartlett" userId="cbf17650-2326-4151-9551-5062c83f5ca3" providerId="ADAL" clId="{A8ED9588-72CB-431E-8FF0-80C39D5F9BE2}" dt="2025-11-25T14:50:08.290" v="47" actId="14100"/>
          <ac:picMkLst>
            <pc:docMk/>
            <pc:sldMk cId="4112258443" sldId="258"/>
            <ac:picMk id="5" creationId="{8DFCE67B-F53B-41EA-D5E1-1675734E64B6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0:05.245" v="46" actId="1076"/>
        <pc:sldMkLst>
          <pc:docMk/>
          <pc:sldMk cId="2856236684" sldId="259"/>
        </pc:sldMkLst>
        <pc:spChg chg="mod">
          <ac:chgData name="Hunter Bartlett" userId="cbf17650-2326-4151-9551-5062c83f5ca3" providerId="ADAL" clId="{A8ED9588-72CB-431E-8FF0-80C39D5F9BE2}" dt="2025-11-25T14:48:58.718" v="26" actId="20577"/>
          <ac:spMkLst>
            <pc:docMk/>
            <pc:sldMk cId="2856236684" sldId="259"/>
            <ac:spMk id="2" creationId="{5D721E22-2EAE-B4CF-0C5E-382B13786B76}"/>
          </ac:spMkLst>
        </pc:spChg>
        <pc:picChg chg="add mod">
          <ac:chgData name="Hunter Bartlett" userId="cbf17650-2326-4151-9551-5062c83f5ca3" providerId="ADAL" clId="{A8ED9588-72CB-431E-8FF0-80C39D5F9BE2}" dt="2025-11-25T14:50:05.245" v="46" actId="1076"/>
          <ac:picMkLst>
            <pc:docMk/>
            <pc:sldMk cId="2856236684" sldId="259"/>
            <ac:picMk id="5" creationId="{E100138A-192F-C5C4-04F9-DA494FBB3E47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0:01.029" v="44" actId="14100"/>
        <pc:sldMkLst>
          <pc:docMk/>
          <pc:sldMk cId="2774142548" sldId="260"/>
        </pc:sldMkLst>
        <pc:spChg chg="mod">
          <ac:chgData name="Hunter Bartlett" userId="cbf17650-2326-4151-9551-5062c83f5ca3" providerId="ADAL" clId="{A8ED9588-72CB-431E-8FF0-80C39D5F9BE2}" dt="2025-11-25T14:49:30.159" v="34" actId="20577"/>
          <ac:spMkLst>
            <pc:docMk/>
            <pc:sldMk cId="2774142548" sldId="260"/>
            <ac:spMk id="2" creationId="{49EB4282-2CFE-E283-BC80-B8C19F404FA1}"/>
          </ac:spMkLst>
        </pc:spChg>
        <pc:picChg chg="add mod">
          <ac:chgData name="Hunter Bartlett" userId="cbf17650-2326-4151-9551-5062c83f5ca3" providerId="ADAL" clId="{A8ED9588-72CB-431E-8FF0-80C39D5F9BE2}" dt="2025-11-25T14:50:01.029" v="44" actId="14100"/>
          <ac:picMkLst>
            <pc:docMk/>
            <pc:sldMk cId="2774142548" sldId="260"/>
            <ac:picMk id="5" creationId="{BA3E804C-9EBE-72C3-38B0-6C90EF1CDE8A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49:56.253" v="43" actId="14100"/>
        <pc:sldMkLst>
          <pc:docMk/>
          <pc:sldMk cId="980297498" sldId="261"/>
        </pc:sldMkLst>
        <pc:spChg chg="mod">
          <ac:chgData name="Hunter Bartlett" userId="cbf17650-2326-4151-9551-5062c83f5ca3" providerId="ADAL" clId="{A8ED9588-72CB-431E-8FF0-80C39D5F9BE2}" dt="2025-11-25T14:49:37.367" v="40" actId="20577"/>
          <ac:spMkLst>
            <pc:docMk/>
            <pc:sldMk cId="980297498" sldId="261"/>
            <ac:spMk id="2" creationId="{59D9B5DE-38A0-0A02-E1B4-798581B10119}"/>
          </ac:spMkLst>
        </pc:spChg>
        <pc:picChg chg="add mod ord">
          <ac:chgData name="Hunter Bartlett" userId="cbf17650-2326-4151-9551-5062c83f5ca3" providerId="ADAL" clId="{A8ED9588-72CB-431E-8FF0-80C39D5F9BE2}" dt="2025-11-25T14:49:56.253" v="43" actId="14100"/>
          <ac:picMkLst>
            <pc:docMk/>
            <pc:sldMk cId="980297498" sldId="261"/>
            <ac:picMk id="5" creationId="{2B64A6D0-B167-3D68-5F47-74B83CC2B3F9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0:57.043" v="55" actId="1076"/>
        <pc:sldMkLst>
          <pc:docMk/>
          <pc:sldMk cId="1946504121" sldId="262"/>
        </pc:sldMkLst>
        <pc:spChg chg="mod">
          <ac:chgData name="Hunter Bartlett" userId="cbf17650-2326-4151-9551-5062c83f5ca3" providerId="ADAL" clId="{A8ED9588-72CB-431E-8FF0-80C39D5F9BE2}" dt="2025-11-25T14:50:36.893" v="52" actId="20577"/>
          <ac:spMkLst>
            <pc:docMk/>
            <pc:sldMk cId="1946504121" sldId="262"/>
            <ac:spMk id="2" creationId="{3271EE05-AB17-721B-84A8-24F2FB02DB35}"/>
          </ac:spMkLst>
        </pc:spChg>
        <pc:picChg chg="add mod ord">
          <ac:chgData name="Hunter Bartlett" userId="cbf17650-2326-4151-9551-5062c83f5ca3" providerId="ADAL" clId="{A8ED9588-72CB-431E-8FF0-80C39D5F9BE2}" dt="2025-11-25T14:50:57.043" v="55" actId="1076"/>
          <ac:picMkLst>
            <pc:docMk/>
            <pc:sldMk cId="1946504121" sldId="262"/>
            <ac:picMk id="5" creationId="{DBD14C86-8E38-F4A2-8C2A-9B9629DD8507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1:40.693" v="64" actId="1076"/>
        <pc:sldMkLst>
          <pc:docMk/>
          <pc:sldMk cId="3901592350" sldId="263"/>
        </pc:sldMkLst>
        <pc:spChg chg="mod">
          <ac:chgData name="Hunter Bartlett" userId="cbf17650-2326-4151-9551-5062c83f5ca3" providerId="ADAL" clId="{A8ED9588-72CB-431E-8FF0-80C39D5F9BE2}" dt="2025-11-25T14:51:36.018" v="61" actId="20577"/>
          <ac:spMkLst>
            <pc:docMk/>
            <pc:sldMk cId="3901592350" sldId="263"/>
            <ac:spMk id="2" creationId="{0A875208-D24D-2187-EDC0-B89864C6353E}"/>
          </ac:spMkLst>
        </pc:spChg>
        <pc:picChg chg="add mod ord">
          <ac:chgData name="Hunter Bartlett" userId="cbf17650-2326-4151-9551-5062c83f5ca3" providerId="ADAL" clId="{A8ED9588-72CB-431E-8FF0-80C39D5F9BE2}" dt="2025-11-25T14:51:40.693" v="64" actId="1076"/>
          <ac:picMkLst>
            <pc:docMk/>
            <pc:sldMk cId="3901592350" sldId="263"/>
            <ac:picMk id="5" creationId="{819931F8-381E-A5D3-EA87-912E8ABC30EE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7:48.414" v="88" actId="478"/>
        <pc:sldMkLst>
          <pc:docMk/>
          <pc:sldMk cId="757666510" sldId="264"/>
        </pc:sldMkLst>
        <pc:spChg chg="mod">
          <ac:chgData name="Hunter Bartlett" userId="cbf17650-2326-4151-9551-5062c83f5ca3" providerId="ADAL" clId="{A8ED9588-72CB-431E-8FF0-80C39D5F9BE2}" dt="2025-11-25T14:51:45.463" v="68" actId="20577"/>
          <ac:spMkLst>
            <pc:docMk/>
            <pc:sldMk cId="757666510" sldId="264"/>
            <ac:spMk id="2" creationId="{3BFBFE47-FF62-D2F6-9AE2-FA553532EFAD}"/>
          </ac:spMkLst>
        </pc:spChg>
        <pc:picChg chg="add mod">
          <ac:chgData name="Hunter Bartlett" userId="cbf17650-2326-4151-9551-5062c83f5ca3" providerId="ADAL" clId="{A8ED9588-72CB-431E-8FF0-80C39D5F9BE2}" dt="2025-11-25T14:56:45.513" v="71" actId="1076"/>
          <ac:picMkLst>
            <pc:docMk/>
            <pc:sldMk cId="757666510" sldId="264"/>
            <ac:picMk id="5" creationId="{C2D69529-393D-F562-ED57-95C0F180781B}"/>
          </ac:picMkLst>
        </pc:picChg>
        <pc:picChg chg="add mod">
          <ac:chgData name="Hunter Bartlett" userId="cbf17650-2326-4151-9551-5062c83f5ca3" providerId="ADAL" clId="{A8ED9588-72CB-431E-8FF0-80C39D5F9BE2}" dt="2025-11-25T14:57:15.501" v="76" actId="1076"/>
          <ac:picMkLst>
            <pc:docMk/>
            <pc:sldMk cId="757666510" sldId="264"/>
            <ac:picMk id="7" creationId="{4A98D0C1-09D2-DBF7-1A54-24251B01E4E6}"/>
          </ac:picMkLst>
        </pc:picChg>
      </pc:sldChg>
      <pc:sldChg chg="addSp modSp new mod">
        <pc:chgData name="Hunter Bartlett" userId="cbf17650-2326-4151-9551-5062c83f5ca3" providerId="ADAL" clId="{A8ED9588-72CB-431E-8FF0-80C39D5F9BE2}" dt="2025-11-25T14:57:52.491" v="91" actId="1076"/>
        <pc:sldMkLst>
          <pc:docMk/>
          <pc:sldMk cId="4262977811" sldId="265"/>
        </pc:sldMkLst>
        <pc:spChg chg="mod">
          <ac:chgData name="Hunter Bartlett" userId="cbf17650-2326-4151-9551-5062c83f5ca3" providerId="ADAL" clId="{A8ED9588-72CB-431E-8FF0-80C39D5F9BE2}" dt="2025-11-25T14:57:21.728" v="86" actId="20577"/>
          <ac:spMkLst>
            <pc:docMk/>
            <pc:sldMk cId="4262977811" sldId="265"/>
            <ac:spMk id="2" creationId="{32D2673A-4951-49A6-5E28-7CE1B0CD340C}"/>
          </ac:spMkLst>
        </pc:spChg>
        <pc:picChg chg="add mod">
          <ac:chgData name="Hunter Bartlett" userId="cbf17650-2326-4151-9551-5062c83f5ca3" providerId="ADAL" clId="{A8ED9588-72CB-431E-8FF0-80C39D5F9BE2}" dt="2025-11-25T14:57:52.491" v="91" actId="1076"/>
          <ac:picMkLst>
            <pc:docMk/>
            <pc:sldMk cId="4262977811" sldId="265"/>
            <ac:picMk id="5" creationId="{EC884BF0-7E24-1075-329F-C84B9D37127F}"/>
          </ac:picMkLst>
        </pc:picChg>
      </pc:sldChg>
      <pc:sldChg chg="addSp modSp new mod">
        <pc:chgData name="Hunter Bartlett" userId="cbf17650-2326-4151-9551-5062c83f5ca3" providerId="ADAL" clId="{A8ED9588-72CB-431E-8FF0-80C39D5F9BE2}" dt="2025-11-25T14:58:26.891" v="98" actId="1076"/>
        <pc:sldMkLst>
          <pc:docMk/>
          <pc:sldMk cId="2720373846" sldId="266"/>
        </pc:sldMkLst>
        <pc:spChg chg="mod">
          <ac:chgData name="Hunter Bartlett" userId="cbf17650-2326-4151-9551-5062c83f5ca3" providerId="ADAL" clId="{A8ED9588-72CB-431E-8FF0-80C39D5F9BE2}" dt="2025-11-25T14:58:23.407" v="96" actId="20577"/>
          <ac:spMkLst>
            <pc:docMk/>
            <pc:sldMk cId="2720373846" sldId="266"/>
            <ac:spMk id="2" creationId="{EF0E35B3-A021-6522-9BD2-E3FB1EC70E3A}"/>
          </ac:spMkLst>
        </pc:spChg>
        <pc:picChg chg="add mod">
          <ac:chgData name="Hunter Bartlett" userId="cbf17650-2326-4151-9551-5062c83f5ca3" providerId="ADAL" clId="{A8ED9588-72CB-431E-8FF0-80C39D5F9BE2}" dt="2025-11-25T14:58:26.891" v="98" actId="1076"/>
          <ac:picMkLst>
            <pc:docMk/>
            <pc:sldMk cId="2720373846" sldId="266"/>
            <ac:picMk id="5" creationId="{F739147B-8184-FB3E-2AB9-206C452FCA7A}"/>
          </ac:picMkLst>
        </pc:picChg>
      </pc:sldChg>
      <pc:sldChg chg="addSp modSp new mod">
        <pc:chgData name="Hunter Bartlett" userId="cbf17650-2326-4151-9551-5062c83f5ca3" providerId="ADAL" clId="{A8ED9588-72CB-431E-8FF0-80C39D5F9BE2}" dt="2025-11-25T14:58:58.011" v="104" actId="14100"/>
        <pc:sldMkLst>
          <pc:docMk/>
          <pc:sldMk cId="1394199801" sldId="267"/>
        </pc:sldMkLst>
        <pc:spChg chg="mod">
          <ac:chgData name="Hunter Bartlett" userId="cbf17650-2326-4151-9551-5062c83f5ca3" providerId="ADAL" clId="{A8ED9588-72CB-431E-8FF0-80C39D5F9BE2}" dt="2025-11-25T14:58:44.144" v="102" actId="20577"/>
          <ac:spMkLst>
            <pc:docMk/>
            <pc:sldMk cId="1394199801" sldId="267"/>
            <ac:spMk id="2" creationId="{707C42E8-9C75-35BF-84CE-59E4FAF27888}"/>
          </ac:spMkLst>
        </pc:spChg>
        <pc:picChg chg="add mod">
          <ac:chgData name="Hunter Bartlett" userId="cbf17650-2326-4151-9551-5062c83f5ca3" providerId="ADAL" clId="{A8ED9588-72CB-431E-8FF0-80C39D5F9BE2}" dt="2025-11-25T14:58:58.011" v="104" actId="14100"/>
          <ac:picMkLst>
            <pc:docMk/>
            <pc:sldMk cId="1394199801" sldId="267"/>
            <ac:picMk id="5" creationId="{DD01292B-40F2-A098-E670-34AB59F28D66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4:59:16.584" v="110" actId="22"/>
        <pc:sldMkLst>
          <pc:docMk/>
          <pc:sldMk cId="3703217189" sldId="268"/>
        </pc:sldMkLst>
        <pc:spChg chg="mod">
          <ac:chgData name="Hunter Bartlett" userId="cbf17650-2326-4151-9551-5062c83f5ca3" providerId="ADAL" clId="{A8ED9588-72CB-431E-8FF0-80C39D5F9BE2}" dt="2025-11-25T14:59:01.450" v="109" actId="20577"/>
          <ac:spMkLst>
            <pc:docMk/>
            <pc:sldMk cId="3703217189" sldId="268"/>
            <ac:spMk id="2" creationId="{B840AEF7-5CDE-F023-DE84-AC405E77DC8C}"/>
          </ac:spMkLst>
        </pc:spChg>
        <pc:picChg chg="add mod ord">
          <ac:chgData name="Hunter Bartlett" userId="cbf17650-2326-4151-9551-5062c83f5ca3" providerId="ADAL" clId="{A8ED9588-72CB-431E-8FF0-80C39D5F9BE2}" dt="2025-11-25T14:59:16.584" v="110" actId="22"/>
          <ac:picMkLst>
            <pc:docMk/>
            <pc:sldMk cId="3703217189" sldId="268"/>
            <ac:picMk id="5" creationId="{60FB5250-AADE-82C6-ED58-35607C43B4D6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01:32.407" v="115" actId="22"/>
        <pc:sldMkLst>
          <pc:docMk/>
          <pc:sldMk cId="4099172225" sldId="269"/>
        </pc:sldMkLst>
        <pc:spChg chg="mod">
          <ac:chgData name="Hunter Bartlett" userId="cbf17650-2326-4151-9551-5062c83f5ca3" providerId="ADAL" clId="{A8ED9588-72CB-431E-8FF0-80C39D5F9BE2}" dt="2025-11-25T15:01:31.263" v="114" actId="20577"/>
          <ac:spMkLst>
            <pc:docMk/>
            <pc:sldMk cId="4099172225" sldId="269"/>
            <ac:spMk id="2" creationId="{36558354-30B8-BC84-BA5B-137C8E662C50}"/>
          </ac:spMkLst>
        </pc:spChg>
        <pc:picChg chg="add mod ord">
          <ac:chgData name="Hunter Bartlett" userId="cbf17650-2326-4151-9551-5062c83f5ca3" providerId="ADAL" clId="{A8ED9588-72CB-431E-8FF0-80C39D5F9BE2}" dt="2025-11-25T15:01:32.407" v="115" actId="22"/>
          <ac:picMkLst>
            <pc:docMk/>
            <pc:sldMk cId="4099172225" sldId="269"/>
            <ac:picMk id="5" creationId="{100DE10F-D9F3-2D1F-9474-1FA188F4A98E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03:46.027" v="128" actId="21"/>
        <pc:sldMkLst>
          <pc:docMk/>
          <pc:sldMk cId="603276629" sldId="270"/>
        </pc:sldMkLst>
        <pc:spChg chg="mod">
          <ac:chgData name="Hunter Bartlett" userId="cbf17650-2326-4151-9551-5062c83f5ca3" providerId="ADAL" clId="{A8ED9588-72CB-431E-8FF0-80C39D5F9BE2}" dt="2025-11-25T15:03:44.451" v="127" actId="20577"/>
          <ac:spMkLst>
            <pc:docMk/>
            <pc:sldMk cId="603276629" sldId="270"/>
            <ac:spMk id="2" creationId="{0D70A8E8-2C7D-8CBA-D61E-97A9E12537C1}"/>
          </ac:spMkLst>
        </pc:spChg>
        <pc:picChg chg="add mod ord">
          <ac:chgData name="Hunter Bartlett" userId="cbf17650-2326-4151-9551-5062c83f5ca3" providerId="ADAL" clId="{A8ED9588-72CB-431E-8FF0-80C39D5F9BE2}" dt="2025-11-25T15:02:49.451" v="122" actId="22"/>
          <ac:picMkLst>
            <pc:docMk/>
            <pc:sldMk cId="603276629" sldId="270"/>
            <ac:picMk id="5" creationId="{068F8891-E063-746A-1C08-9CE26DDA9AA5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03:53.001" v="135" actId="14100"/>
        <pc:sldMkLst>
          <pc:docMk/>
          <pc:sldMk cId="3684063759" sldId="271"/>
        </pc:sldMkLst>
        <pc:spChg chg="mod">
          <ac:chgData name="Hunter Bartlett" userId="cbf17650-2326-4151-9551-5062c83f5ca3" providerId="ADAL" clId="{A8ED9588-72CB-431E-8FF0-80C39D5F9BE2}" dt="2025-11-25T15:03:49.305" v="133" actId="20577"/>
          <ac:spMkLst>
            <pc:docMk/>
            <pc:sldMk cId="3684063759" sldId="271"/>
            <ac:spMk id="2" creationId="{3853A2AA-4E20-0D58-9F69-234CD36F6065}"/>
          </ac:spMkLst>
        </pc:spChg>
        <pc:picChg chg="add mod">
          <ac:chgData name="Hunter Bartlett" userId="cbf17650-2326-4151-9551-5062c83f5ca3" providerId="ADAL" clId="{A8ED9588-72CB-431E-8FF0-80C39D5F9BE2}" dt="2025-11-25T15:03:53.001" v="135" actId="14100"/>
          <ac:picMkLst>
            <pc:docMk/>
            <pc:sldMk cId="3684063759" sldId="271"/>
            <ac:picMk id="7" creationId="{4627FB01-675C-548D-53FB-036D2DD0D095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06:26.506" v="143" actId="478"/>
        <pc:sldMkLst>
          <pc:docMk/>
          <pc:sldMk cId="2627664205" sldId="272"/>
        </pc:sldMkLst>
        <pc:spChg chg="mod">
          <ac:chgData name="Hunter Bartlett" userId="cbf17650-2326-4151-9551-5062c83f5ca3" providerId="ADAL" clId="{A8ED9588-72CB-431E-8FF0-80C39D5F9BE2}" dt="2025-11-25T15:03:56.458" v="140" actId="20577"/>
          <ac:spMkLst>
            <pc:docMk/>
            <pc:sldMk cId="2627664205" sldId="272"/>
            <ac:spMk id="2" creationId="{FC9C56FA-6C04-DA2B-B493-1B8441C62C27}"/>
          </ac:spMkLst>
        </pc:spChg>
        <pc:picChg chg="add mod">
          <ac:chgData name="Hunter Bartlett" userId="cbf17650-2326-4151-9551-5062c83f5ca3" providerId="ADAL" clId="{A8ED9588-72CB-431E-8FF0-80C39D5F9BE2}" dt="2025-11-25T15:06:25.287" v="142" actId="14100"/>
          <ac:picMkLst>
            <pc:docMk/>
            <pc:sldMk cId="2627664205" sldId="272"/>
            <ac:picMk id="5" creationId="{97C3D75E-DF31-6B09-5207-4A0610CF7AF1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09:45.963" v="152" actId="1076"/>
        <pc:sldMkLst>
          <pc:docMk/>
          <pc:sldMk cId="1542879433" sldId="273"/>
        </pc:sldMkLst>
        <pc:spChg chg="mod">
          <ac:chgData name="Hunter Bartlett" userId="cbf17650-2326-4151-9551-5062c83f5ca3" providerId="ADAL" clId="{A8ED9588-72CB-431E-8FF0-80C39D5F9BE2}" dt="2025-11-25T15:06:29.640" v="148" actId="20577"/>
          <ac:spMkLst>
            <pc:docMk/>
            <pc:sldMk cId="1542879433" sldId="273"/>
            <ac:spMk id="2" creationId="{F1C1C31F-7519-2157-F257-7DA8531A0E65}"/>
          </ac:spMkLst>
        </pc:spChg>
        <pc:picChg chg="add mod">
          <ac:chgData name="Hunter Bartlett" userId="cbf17650-2326-4151-9551-5062c83f5ca3" providerId="ADAL" clId="{A8ED9588-72CB-431E-8FF0-80C39D5F9BE2}" dt="2025-11-25T15:09:45.963" v="152" actId="1076"/>
          <ac:picMkLst>
            <pc:docMk/>
            <pc:sldMk cId="1542879433" sldId="273"/>
            <ac:picMk id="5" creationId="{C081140E-9970-D142-7932-210EACF8A482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12:02.398" v="158" actId="478"/>
        <pc:sldMkLst>
          <pc:docMk/>
          <pc:sldMk cId="2387535501" sldId="274"/>
        </pc:sldMkLst>
        <pc:spChg chg="mod">
          <ac:chgData name="Hunter Bartlett" userId="cbf17650-2326-4151-9551-5062c83f5ca3" providerId="ADAL" clId="{A8ED9588-72CB-431E-8FF0-80C39D5F9BE2}" dt="2025-11-25T15:09:49.479" v="156" actId="20577"/>
          <ac:spMkLst>
            <pc:docMk/>
            <pc:sldMk cId="2387535501" sldId="274"/>
            <ac:spMk id="2" creationId="{97D96130-9A25-DEAC-08CF-620C3B1046FF}"/>
          </ac:spMkLst>
        </pc:spChg>
        <pc:picChg chg="add">
          <ac:chgData name="Hunter Bartlett" userId="cbf17650-2326-4151-9551-5062c83f5ca3" providerId="ADAL" clId="{A8ED9588-72CB-431E-8FF0-80C39D5F9BE2}" dt="2025-11-25T15:11:58.987" v="157" actId="22"/>
          <ac:picMkLst>
            <pc:docMk/>
            <pc:sldMk cId="2387535501" sldId="274"/>
            <ac:picMk id="5" creationId="{119EBCCD-BB9B-21D0-B021-CFBD260B836A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13:28.648" v="164" actId="478"/>
        <pc:sldMkLst>
          <pc:docMk/>
          <pc:sldMk cId="2553133771" sldId="275"/>
        </pc:sldMkLst>
        <pc:spChg chg="mod">
          <ac:chgData name="Hunter Bartlett" userId="cbf17650-2326-4151-9551-5062c83f5ca3" providerId="ADAL" clId="{A8ED9588-72CB-431E-8FF0-80C39D5F9BE2}" dt="2025-11-25T15:12:38.084" v="161" actId="20577"/>
          <ac:spMkLst>
            <pc:docMk/>
            <pc:sldMk cId="2553133771" sldId="275"/>
            <ac:spMk id="2" creationId="{94148159-6A9E-21E5-9F25-A0AFAA336F5B}"/>
          </ac:spMkLst>
        </pc:spChg>
        <pc:picChg chg="add mod">
          <ac:chgData name="Hunter Bartlett" userId="cbf17650-2326-4151-9551-5062c83f5ca3" providerId="ADAL" clId="{A8ED9588-72CB-431E-8FF0-80C39D5F9BE2}" dt="2025-11-25T15:12:41.530" v="163" actId="14100"/>
          <ac:picMkLst>
            <pc:docMk/>
            <pc:sldMk cId="2553133771" sldId="275"/>
            <ac:picMk id="5" creationId="{C06E4776-6F26-1607-026E-5E681B3C53E6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14:46.697" v="182" actId="1076"/>
        <pc:sldMkLst>
          <pc:docMk/>
          <pc:sldMk cId="166919879" sldId="276"/>
        </pc:sldMkLst>
        <pc:spChg chg="mod">
          <ac:chgData name="Hunter Bartlett" userId="cbf17650-2326-4151-9551-5062c83f5ca3" providerId="ADAL" clId="{A8ED9588-72CB-431E-8FF0-80C39D5F9BE2}" dt="2025-11-25T15:13:31.686" v="168" actId="20577"/>
          <ac:spMkLst>
            <pc:docMk/>
            <pc:sldMk cId="166919879" sldId="276"/>
            <ac:spMk id="2" creationId="{42A836DA-191E-43EA-0D7A-8D396B867BEE}"/>
          </ac:spMkLst>
        </pc:spChg>
        <pc:picChg chg="add mod">
          <ac:chgData name="Hunter Bartlett" userId="cbf17650-2326-4151-9551-5062c83f5ca3" providerId="ADAL" clId="{A8ED9588-72CB-431E-8FF0-80C39D5F9BE2}" dt="2025-11-25T15:14:44.671" v="181" actId="14100"/>
          <ac:picMkLst>
            <pc:docMk/>
            <pc:sldMk cId="166919879" sldId="276"/>
            <ac:picMk id="5" creationId="{DC59BF2B-2EE5-DFE5-4138-2942A8908F1C}"/>
          </ac:picMkLst>
        </pc:picChg>
        <pc:picChg chg="add mod">
          <ac:chgData name="Hunter Bartlett" userId="cbf17650-2326-4151-9551-5062c83f5ca3" providerId="ADAL" clId="{A8ED9588-72CB-431E-8FF0-80C39D5F9BE2}" dt="2025-11-25T15:14:46.697" v="182" actId="1076"/>
          <ac:picMkLst>
            <pc:docMk/>
            <pc:sldMk cId="166919879" sldId="276"/>
            <ac:picMk id="7" creationId="{F7CE5523-A73F-C151-312A-AC3221F8FD51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1-25T15:15:25.035" v="196" actId="1076"/>
        <pc:sldMkLst>
          <pc:docMk/>
          <pc:sldMk cId="4216454216" sldId="277"/>
        </pc:sldMkLst>
        <pc:spChg chg="mod">
          <ac:chgData name="Hunter Bartlett" userId="cbf17650-2326-4151-9551-5062c83f5ca3" providerId="ADAL" clId="{A8ED9588-72CB-431E-8FF0-80C39D5F9BE2}" dt="2025-11-25T15:15:01.903" v="192" actId="20577"/>
          <ac:spMkLst>
            <pc:docMk/>
            <pc:sldMk cId="4216454216" sldId="277"/>
            <ac:spMk id="2" creationId="{C3BFF288-1752-7B59-120A-0245A252D06C}"/>
          </ac:spMkLst>
        </pc:spChg>
        <pc:picChg chg="add mod">
          <ac:chgData name="Hunter Bartlett" userId="cbf17650-2326-4151-9551-5062c83f5ca3" providerId="ADAL" clId="{A8ED9588-72CB-431E-8FF0-80C39D5F9BE2}" dt="2025-11-25T15:15:25.035" v="196" actId="1076"/>
          <ac:picMkLst>
            <pc:docMk/>
            <pc:sldMk cId="4216454216" sldId="277"/>
            <ac:picMk id="5" creationId="{6123BC7F-C1D2-8A85-C659-F5964C3426DB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4:55:39.394" v="203" actId="14100"/>
        <pc:sldMkLst>
          <pc:docMk/>
          <pc:sldMk cId="1496261191" sldId="278"/>
        </pc:sldMkLst>
        <pc:spChg chg="mod">
          <ac:chgData name="Hunter Bartlett" userId="cbf17650-2326-4151-9551-5062c83f5ca3" providerId="ADAL" clId="{A8ED9588-72CB-431E-8FF0-80C39D5F9BE2}" dt="2025-12-04T14:54:29.435" v="201" actId="20577"/>
          <ac:spMkLst>
            <pc:docMk/>
            <pc:sldMk cId="1496261191" sldId="278"/>
            <ac:spMk id="2" creationId="{6086480F-D4B1-509B-4335-EED8CAA4F3E5}"/>
          </ac:spMkLst>
        </pc:spChg>
        <pc:spChg chg="del">
          <ac:chgData name="Hunter Bartlett" userId="cbf17650-2326-4151-9551-5062c83f5ca3" providerId="ADAL" clId="{A8ED9588-72CB-431E-8FF0-80C39D5F9BE2}" dt="2025-12-04T14:55:35.462" v="202" actId="22"/>
          <ac:spMkLst>
            <pc:docMk/>
            <pc:sldMk cId="1496261191" sldId="278"/>
            <ac:spMk id="3" creationId="{43AB9FF3-A97F-4ED6-F350-7DC54944795C}"/>
          </ac:spMkLst>
        </pc:spChg>
        <pc:picChg chg="add mod ord">
          <ac:chgData name="Hunter Bartlett" userId="cbf17650-2326-4151-9551-5062c83f5ca3" providerId="ADAL" clId="{A8ED9588-72CB-431E-8FF0-80C39D5F9BE2}" dt="2025-12-04T14:55:39.394" v="203" actId="14100"/>
          <ac:picMkLst>
            <pc:docMk/>
            <pc:sldMk cId="1496261191" sldId="278"/>
            <ac:picMk id="5" creationId="{E108081E-A96F-BD31-8706-8B5DCFDBC9E4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00:11.049" v="219" actId="1076"/>
        <pc:sldMkLst>
          <pc:docMk/>
          <pc:sldMk cId="3947170904" sldId="279"/>
        </pc:sldMkLst>
        <pc:spChg chg="mod">
          <ac:chgData name="Hunter Bartlett" userId="cbf17650-2326-4151-9551-5062c83f5ca3" providerId="ADAL" clId="{A8ED9588-72CB-431E-8FF0-80C39D5F9BE2}" dt="2025-12-04T14:57:21.817" v="209" actId="20577"/>
          <ac:spMkLst>
            <pc:docMk/>
            <pc:sldMk cId="3947170904" sldId="279"/>
            <ac:spMk id="2" creationId="{ED4AF613-DA60-5219-DC08-BF993D75DBF3}"/>
          </ac:spMkLst>
        </pc:spChg>
        <pc:spChg chg="del">
          <ac:chgData name="Hunter Bartlett" userId="cbf17650-2326-4151-9551-5062c83f5ca3" providerId="ADAL" clId="{A8ED9588-72CB-431E-8FF0-80C39D5F9BE2}" dt="2025-12-04T14:57:18.093" v="207" actId="22"/>
          <ac:spMkLst>
            <pc:docMk/>
            <pc:sldMk cId="3947170904" sldId="279"/>
            <ac:spMk id="3" creationId="{DE9F1554-ADB6-1295-8299-032BD70D218D}"/>
          </ac:spMkLst>
        </pc:spChg>
        <pc:picChg chg="add mod ord">
          <ac:chgData name="Hunter Bartlett" userId="cbf17650-2326-4151-9551-5062c83f5ca3" providerId="ADAL" clId="{A8ED9588-72CB-431E-8FF0-80C39D5F9BE2}" dt="2025-12-04T14:59:14.357" v="211" actId="1076"/>
          <ac:picMkLst>
            <pc:docMk/>
            <pc:sldMk cId="3947170904" sldId="279"/>
            <ac:picMk id="5" creationId="{8BC3E580-0676-5301-C9B8-A34C179A1D7D}"/>
          </ac:picMkLst>
        </pc:picChg>
        <pc:picChg chg="add mod">
          <ac:chgData name="Hunter Bartlett" userId="cbf17650-2326-4151-9551-5062c83f5ca3" providerId="ADAL" clId="{A8ED9588-72CB-431E-8FF0-80C39D5F9BE2}" dt="2025-12-04T15:00:08.094" v="218" actId="14100"/>
          <ac:picMkLst>
            <pc:docMk/>
            <pc:sldMk cId="3947170904" sldId="279"/>
            <ac:picMk id="7" creationId="{77BC8F3A-9FB3-0CA7-A017-93EF0A4C2441}"/>
          </ac:picMkLst>
        </pc:picChg>
        <pc:picChg chg="add mod">
          <ac:chgData name="Hunter Bartlett" userId="cbf17650-2326-4151-9551-5062c83f5ca3" providerId="ADAL" clId="{A8ED9588-72CB-431E-8FF0-80C39D5F9BE2}" dt="2025-12-04T15:00:11.049" v="219" actId="1076"/>
          <ac:picMkLst>
            <pc:docMk/>
            <pc:sldMk cId="3947170904" sldId="279"/>
            <ac:picMk id="9" creationId="{F0C872B7-7BBE-3E86-2DAB-903133B8AA32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01:36.969" v="226" actId="14100"/>
        <pc:sldMkLst>
          <pc:docMk/>
          <pc:sldMk cId="2935715578" sldId="280"/>
        </pc:sldMkLst>
        <pc:spChg chg="mod">
          <ac:chgData name="Hunter Bartlett" userId="cbf17650-2326-4151-9551-5062c83f5ca3" providerId="ADAL" clId="{A8ED9588-72CB-431E-8FF0-80C39D5F9BE2}" dt="2025-12-04T15:01:32.481" v="224" actId="20577"/>
          <ac:spMkLst>
            <pc:docMk/>
            <pc:sldMk cId="2935715578" sldId="280"/>
            <ac:spMk id="2" creationId="{BE34FB41-1781-D52E-478A-C1C4D579B29E}"/>
          </ac:spMkLst>
        </pc:spChg>
        <pc:spChg chg="del">
          <ac:chgData name="Hunter Bartlett" userId="cbf17650-2326-4151-9551-5062c83f5ca3" providerId="ADAL" clId="{A8ED9588-72CB-431E-8FF0-80C39D5F9BE2}" dt="2025-12-04T15:01:33.941" v="225" actId="22"/>
          <ac:spMkLst>
            <pc:docMk/>
            <pc:sldMk cId="2935715578" sldId="280"/>
            <ac:spMk id="3" creationId="{2E48DB98-931A-0171-E769-3BD2A9449FE5}"/>
          </ac:spMkLst>
        </pc:spChg>
        <pc:picChg chg="add mod ord">
          <ac:chgData name="Hunter Bartlett" userId="cbf17650-2326-4151-9551-5062c83f5ca3" providerId="ADAL" clId="{A8ED9588-72CB-431E-8FF0-80C39D5F9BE2}" dt="2025-12-04T15:01:36.969" v="226" actId="14100"/>
          <ac:picMkLst>
            <pc:docMk/>
            <pc:sldMk cId="2935715578" sldId="280"/>
            <ac:picMk id="5" creationId="{93EB4881-5DD9-E663-31F9-EFE0D21BE3E1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01:57.565" v="230" actId="22"/>
        <pc:sldMkLst>
          <pc:docMk/>
          <pc:sldMk cId="1926343412" sldId="281"/>
        </pc:sldMkLst>
        <pc:spChg chg="mod">
          <ac:chgData name="Hunter Bartlett" userId="cbf17650-2326-4151-9551-5062c83f5ca3" providerId="ADAL" clId="{A8ED9588-72CB-431E-8FF0-80C39D5F9BE2}" dt="2025-12-04T15:01:56.625" v="229" actId="20577"/>
          <ac:spMkLst>
            <pc:docMk/>
            <pc:sldMk cId="1926343412" sldId="281"/>
            <ac:spMk id="2" creationId="{DD682275-D7C5-157D-977F-8123D07692C9}"/>
          </ac:spMkLst>
        </pc:spChg>
        <pc:spChg chg="del">
          <ac:chgData name="Hunter Bartlett" userId="cbf17650-2326-4151-9551-5062c83f5ca3" providerId="ADAL" clId="{A8ED9588-72CB-431E-8FF0-80C39D5F9BE2}" dt="2025-12-04T15:01:57.565" v="230" actId="22"/>
          <ac:spMkLst>
            <pc:docMk/>
            <pc:sldMk cId="1926343412" sldId="281"/>
            <ac:spMk id="3" creationId="{DE38C638-9F5F-0F3B-BD99-B20887DFBF51}"/>
          </ac:spMkLst>
        </pc:spChg>
        <pc:picChg chg="add mod ord">
          <ac:chgData name="Hunter Bartlett" userId="cbf17650-2326-4151-9551-5062c83f5ca3" providerId="ADAL" clId="{A8ED9588-72CB-431E-8FF0-80C39D5F9BE2}" dt="2025-12-04T15:01:57.565" v="230" actId="22"/>
          <ac:picMkLst>
            <pc:docMk/>
            <pc:sldMk cId="1926343412" sldId="281"/>
            <ac:picMk id="5" creationId="{E38B0A05-6250-BA7C-6A7C-EB57C8B78D95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12:46.546" v="235" actId="14100"/>
        <pc:sldMkLst>
          <pc:docMk/>
          <pc:sldMk cId="841511862" sldId="282"/>
        </pc:sldMkLst>
        <pc:spChg chg="mod">
          <ac:chgData name="Hunter Bartlett" userId="cbf17650-2326-4151-9551-5062c83f5ca3" providerId="ADAL" clId="{A8ED9588-72CB-431E-8FF0-80C39D5F9BE2}" dt="2025-12-04T15:02:01.264" v="233" actId="20577"/>
          <ac:spMkLst>
            <pc:docMk/>
            <pc:sldMk cId="841511862" sldId="282"/>
            <ac:spMk id="2" creationId="{B237E504-797B-2667-CA1B-27CC17B46E23}"/>
          </ac:spMkLst>
        </pc:spChg>
        <pc:spChg chg="del">
          <ac:chgData name="Hunter Bartlett" userId="cbf17650-2326-4151-9551-5062c83f5ca3" providerId="ADAL" clId="{A8ED9588-72CB-431E-8FF0-80C39D5F9BE2}" dt="2025-12-04T15:12:42.752" v="234" actId="22"/>
          <ac:spMkLst>
            <pc:docMk/>
            <pc:sldMk cId="841511862" sldId="282"/>
            <ac:spMk id="3" creationId="{E42EBC95-EFDD-B7A8-E30A-AF4413DA16BC}"/>
          </ac:spMkLst>
        </pc:spChg>
        <pc:picChg chg="add mod ord">
          <ac:chgData name="Hunter Bartlett" userId="cbf17650-2326-4151-9551-5062c83f5ca3" providerId="ADAL" clId="{A8ED9588-72CB-431E-8FF0-80C39D5F9BE2}" dt="2025-12-04T15:12:46.546" v="235" actId="14100"/>
          <ac:picMkLst>
            <pc:docMk/>
            <pc:sldMk cId="841511862" sldId="282"/>
            <ac:picMk id="5" creationId="{84774FD8-63E0-B765-919B-18B63F2D90AC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14:45.716" v="246" actId="1076"/>
        <pc:sldMkLst>
          <pc:docMk/>
          <pc:sldMk cId="2342344110" sldId="283"/>
        </pc:sldMkLst>
        <pc:spChg chg="mod">
          <ac:chgData name="Hunter Bartlett" userId="cbf17650-2326-4151-9551-5062c83f5ca3" providerId="ADAL" clId="{A8ED9588-72CB-431E-8FF0-80C39D5F9BE2}" dt="2025-12-04T15:12:53.317" v="242" actId="20577"/>
          <ac:spMkLst>
            <pc:docMk/>
            <pc:sldMk cId="2342344110" sldId="283"/>
            <ac:spMk id="2" creationId="{EA050C0F-1797-2B4D-B90B-757CF43FCAD3}"/>
          </ac:spMkLst>
        </pc:spChg>
        <pc:spChg chg="del">
          <ac:chgData name="Hunter Bartlett" userId="cbf17650-2326-4151-9551-5062c83f5ca3" providerId="ADAL" clId="{A8ED9588-72CB-431E-8FF0-80C39D5F9BE2}" dt="2025-12-04T15:14:43.984" v="245" actId="478"/>
          <ac:spMkLst>
            <pc:docMk/>
            <pc:sldMk cId="2342344110" sldId="283"/>
            <ac:spMk id="3" creationId="{638A2856-1854-81D7-FA84-3CC3D32BCE55}"/>
          </ac:spMkLst>
        </pc:spChg>
        <pc:picChg chg="add mod">
          <ac:chgData name="Hunter Bartlett" userId="cbf17650-2326-4151-9551-5062c83f5ca3" providerId="ADAL" clId="{A8ED9588-72CB-431E-8FF0-80C39D5F9BE2}" dt="2025-12-04T15:14:45.716" v="246" actId="1076"/>
          <ac:picMkLst>
            <pc:docMk/>
            <pc:sldMk cId="2342344110" sldId="283"/>
            <ac:picMk id="5" creationId="{30F6B765-E23B-5FEE-4BE2-30CDA718BACB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17:11.661" v="256" actId="14100"/>
        <pc:sldMkLst>
          <pc:docMk/>
          <pc:sldMk cId="2845637420" sldId="284"/>
        </pc:sldMkLst>
        <pc:spChg chg="mod">
          <ac:chgData name="Hunter Bartlett" userId="cbf17650-2326-4151-9551-5062c83f5ca3" providerId="ADAL" clId="{A8ED9588-72CB-431E-8FF0-80C39D5F9BE2}" dt="2025-12-04T15:14:50.253" v="253" actId="20577"/>
          <ac:spMkLst>
            <pc:docMk/>
            <pc:sldMk cId="2845637420" sldId="284"/>
            <ac:spMk id="2" creationId="{74886275-4302-D945-6670-089D9E6DB95A}"/>
          </ac:spMkLst>
        </pc:spChg>
        <pc:spChg chg="del">
          <ac:chgData name="Hunter Bartlett" userId="cbf17650-2326-4151-9551-5062c83f5ca3" providerId="ADAL" clId="{A8ED9588-72CB-431E-8FF0-80C39D5F9BE2}" dt="2025-12-04T15:17:08.220" v="255" actId="478"/>
          <ac:spMkLst>
            <pc:docMk/>
            <pc:sldMk cId="2845637420" sldId="284"/>
            <ac:spMk id="3" creationId="{0B90CEA0-7C31-FBF5-E1AA-D7A2B5D28980}"/>
          </ac:spMkLst>
        </pc:spChg>
        <pc:picChg chg="add mod">
          <ac:chgData name="Hunter Bartlett" userId="cbf17650-2326-4151-9551-5062c83f5ca3" providerId="ADAL" clId="{A8ED9588-72CB-431E-8FF0-80C39D5F9BE2}" dt="2025-12-04T15:17:11.661" v="256" actId="14100"/>
          <ac:picMkLst>
            <pc:docMk/>
            <pc:sldMk cId="2845637420" sldId="284"/>
            <ac:picMk id="5" creationId="{78277A70-2E9C-A4CC-2BF8-52C97E3AA188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18:15.695" v="271" actId="22"/>
        <pc:sldMkLst>
          <pc:docMk/>
          <pc:sldMk cId="2420781819" sldId="285"/>
        </pc:sldMkLst>
        <pc:spChg chg="mod">
          <ac:chgData name="Hunter Bartlett" userId="cbf17650-2326-4151-9551-5062c83f5ca3" providerId="ADAL" clId="{A8ED9588-72CB-431E-8FF0-80C39D5F9BE2}" dt="2025-12-04T15:17:31.188" v="268" actId="20577"/>
          <ac:spMkLst>
            <pc:docMk/>
            <pc:sldMk cId="2420781819" sldId="285"/>
            <ac:spMk id="2" creationId="{90F92EC2-134D-06D8-009F-45EF476F8C29}"/>
          </ac:spMkLst>
        </pc:spChg>
        <pc:spChg chg="del mod">
          <ac:chgData name="Hunter Bartlett" userId="cbf17650-2326-4151-9551-5062c83f5ca3" providerId="ADAL" clId="{A8ED9588-72CB-431E-8FF0-80C39D5F9BE2}" dt="2025-12-04T15:17:32.277" v="269" actId="22"/>
          <ac:spMkLst>
            <pc:docMk/>
            <pc:sldMk cId="2420781819" sldId="285"/>
            <ac:spMk id="3" creationId="{85B6309D-3B41-63A3-A6E6-BCAAF7E8656C}"/>
          </ac:spMkLst>
        </pc:spChg>
        <pc:picChg chg="add mod ord">
          <ac:chgData name="Hunter Bartlett" userId="cbf17650-2326-4151-9551-5062c83f5ca3" providerId="ADAL" clId="{A8ED9588-72CB-431E-8FF0-80C39D5F9BE2}" dt="2025-12-04T15:17:32.277" v="269" actId="22"/>
          <ac:picMkLst>
            <pc:docMk/>
            <pc:sldMk cId="2420781819" sldId="285"/>
            <ac:picMk id="5" creationId="{0C3FFEF5-0831-7396-E17E-F266B3E96958}"/>
          </ac:picMkLst>
        </pc:picChg>
        <pc:picChg chg="add">
          <ac:chgData name="Hunter Bartlett" userId="cbf17650-2326-4151-9551-5062c83f5ca3" providerId="ADAL" clId="{A8ED9588-72CB-431E-8FF0-80C39D5F9BE2}" dt="2025-12-04T15:18:15.695" v="271" actId="22"/>
          <ac:picMkLst>
            <pc:docMk/>
            <pc:sldMk cId="2420781819" sldId="285"/>
            <ac:picMk id="7" creationId="{9A0A6198-D8AF-989F-DEA4-B6748DB9C487}"/>
          </ac:picMkLst>
        </pc:picChg>
      </pc:sldChg>
      <pc:sldChg chg="new">
        <pc:chgData name="Hunter Bartlett" userId="cbf17650-2326-4151-9551-5062c83f5ca3" providerId="ADAL" clId="{A8ED9588-72CB-431E-8FF0-80C39D5F9BE2}" dt="2025-12-04T15:17:35.349" v="270" actId="680"/>
        <pc:sldMkLst>
          <pc:docMk/>
          <pc:sldMk cId="3568223404" sldId="286"/>
        </pc:sldMkLst>
      </pc:sldChg>
      <pc:sldChg chg="addSp delSp modSp new mod">
        <pc:chgData name="Hunter Bartlett" userId="cbf17650-2326-4151-9551-5062c83f5ca3" providerId="ADAL" clId="{A8ED9588-72CB-431E-8FF0-80C39D5F9BE2}" dt="2025-12-04T15:18:36.795" v="279" actId="22"/>
        <pc:sldMkLst>
          <pc:docMk/>
          <pc:sldMk cId="3074619669" sldId="287"/>
        </pc:sldMkLst>
        <pc:spChg chg="mod">
          <ac:chgData name="Hunter Bartlett" userId="cbf17650-2326-4151-9551-5062c83f5ca3" providerId="ADAL" clId="{A8ED9588-72CB-431E-8FF0-80C39D5F9BE2}" dt="2025-12-04T15:18:21.163" v="278" actId="20577"/>
          <ac:spMkLst>
            <pc:docMk/>
            <pc:sldMk cId="3074619669" sldId="287"/>
            <ac:spMk id="2" creationId="{978A48E1-89EC-3C10-F86F-FAD2B305F62E}"/>
          </ac:spMkLst>
        </pc:spChg>
        <pc:spChg chg="del">
          <ac:chgData name="Hunter Bartlett" userId="cbf17650-2326-4151-9551-5062c83f5ca3" providerId="ADAL" clId="{A8ED9588-72CB-431E-8FF0-80C39D5F9BE2}" dt="2025-12-04T15:18:36.795" v="279" actId="22"/>
          <ac:spMkLst>
            <pc:docMk/>
            <pc:sldMk cId="3074619669" sldId="287"/>
            <ac:spMk id="3" creationId="{BD1A2C2B-E269-BD67-C2F5-0A53AC2D4CA5}"/>
          </ac:spMkLst>
        </pc:spChg>
        <pc:picChg chg="add mod ord">
          <ac:chgData name="Hunter Bartlett" userId="cbf17650-2326-4151-9551-5062c83f5ca3" providerId="ADAL" clId="{A8ED9588-72CB-431E-8FF0-80C39D5F9BE2}" dt="2025-12-04T15:18:36.795" v="279" actId="22"/>
          <ac:picMkLst>
            <pc:docMk/>
            <pc:sldMk cId="3074619669" sldId="287"/>
            <ac:picMk id="5" creationId="{0C3832E7-00B3-7F8C-E062-AF6A6F36D900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12-04T15:18:55.214" v="283" actId="22"/>
        <pc:sldMkLst>
          <pc:docMk/>
          <pc:sldMk cId="2532009173" sldId="288"/>
        </pc:sldMkLst>
        <pc:spChg chg="mod">
          <ac:chgData name="Hunter Bartlett" userId="cbf17650-2326-4151-9551-5062c83f5ca3" providerId="ADAL" clId="{A8ED9588-72CB-431E-8FF0-80C39D5F9BE2}" dt="2025-12-04T15:18:54.321" v="282" actId="20577"/>
          <ac:spMkLst>
            <pc:docMk/>
            <pc:sldMk cId="2532009173" sldId="288"/>
            <ac:spMk id="2" creationId="{ED49A56B-605E-375A-8683-554573D6AFF7}"/>
          </ac:spMkLst>
        </pc:spChg>
        <pc:spChg chg="del">
          <ac:chgData name="Hunter Bartlett" userId="cbf17650-2326-4151-9551-5062c83f5ca3" providerId="ADAL" clId="{A8ED9588-72CB-431E-8FF0-80C39D5F9BE2}" dt="2025-12-04T15:18:55.214" v="283" actId="22"/>
          <ac:spMkLst>
            <pc:docMk/>
            <pc:sldMk cId="2532009173" sldId="288"/>
            <ac:spMk id="3" creationId="{27F9A88F-858D-7DB1-BCDB-D7B669CC6CF8}"/>
          </ac:spMkLst>
        </pc:spChg>
        <pc:picChg chg="add mod ord">
          <ac:chgData name="Hunter Bartlett" userId="cbf17650-2326-4151-9551-5062c83f5ca3" providerId="ADAL" clId="{A8ED9588-72CB-431E-8FF0-80C39D5F9BE2}" dt="2025-12-04T15:18:55.214" v="283" actId="22"/>
          <ac:picMkLst>
            <pc:docMk/>
            <pc:sldMk cId="2532009173" sldId="288"/>
            <ac:picMk id="5" creationId="{D044DFF9-1008-2F26-9AD8-C035CB979732}"/>
          </ac:picMkLst>
        </pc:picChg>
      </pc:sldChg>
    </pc:docChg>
  </pc:docChgLst>
  <pc:docChgLst>
    <pc:chgData name="Paul S Kelley" userId="S::kelleyp6@ferris.edu::58278dd6-5e84-4dd9-8cd8-069e042505e8" providerId="AD" clId="Web-{FC488145-E3AE-CC9B-DCF3-8E46BC1211DF}"/>
    <pc:docChg chg="modSld">
      <pc:chgData name="Paul S Kelley" userId="S::kelleyp6@ferris.edu::58278dd6-5e84-4dd9-8cd8-069e042505e8" providerId="AD" clId="Web-{FC488145-E3AE-CC9B-DCF3-8E46BC1211DF}" dt="2025-11-25T15:17:06.931" v="39" actId="20577"/>
      <pc:docMkLst>
        <pc:docMk/>
      </pc:docMkLst>
      <pc:sldChg chg="modSp">
        <pc:chgData name="Paul S Kelley" userId="S::kelleyp6@ferris.edu::58278dd6-5e84-4dd9-8cd8-069e042505e8" providerId="AD" clId="Web-{FC488145-E3AE-CC9B-DCF3-8E46BC1211DF}" dt="2025-11-25T15:17:06.931" v="39" actId="20577"/>
        <pc:sldMkLst>
          <pc:docMk/>
          <pc:sldMk cId="3946777524" sldId="256"/>
        </pc:sldMkLst>
        <pc:spChg chg="mod">
          <ac:chgData name="Paul S Kelley" userId="S::kelleyp6@ferris.edu::58278dd6-5e84-4dd9-8cd8-069e042505e8" providerId="AD" clId="Web-{FC488145-E3AE-CC9B-DCF3-8E46BC1211DF}" dt="2025-11-25T15:17:06.931" v="39" actId="20577"/>
          <ac:spMkLst>
            <pc:docMk/>
            <pc:sldMk cId="3946777524" sldId="256"/>
            <ac:spMk id="3" creationId="{AAC7FA39-6025-69E3-76BB-E99C8069CF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67AA-143D-2C14-1523-4811243A5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83E34-CEA5-BD5C-CD80-CB59FD8EB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EACE6-3C2D-973A-C636-20C77C76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16A7-A300-A8E3-8CD0-2EF1733E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B93B-54B3-C3B0-5B22-406566CA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94C9-D5EE-45A9-162B-75FD130B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26F4D-4270-48AA-C7D5-7D832759E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43DA-1476-FD99-9A80-5FE13418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AAD4-0046-764F-8C88-EDB4723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CB09B-27E5-0AC1-CD66-D28F6454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0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5BBE-2D06-F36F-DBB5-E130646B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1E7BE-46C1-7A4A-4967-B876341A5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9DCEC-525B-AEC6-7741-B06AA9DB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2945-0C8E-68E2-7064-C8E85B55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8C613-EB0C-CAF5-455B-6C98296D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7747-0013-5825-87E8-7D18496C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043D5-BC67-8C4F-883C-F687247E0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70C85-7E11-EDEE-5119-B05218A3F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B5377-41BE-D1EB-0EED-7E6CD450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8ED5D-B976-CE6D-B174-0C88C68B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7A66-99C4-A60E-E30B-E1D2DF46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3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4449-C1CB-01E0-25A3-A7B7CB2D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D1AEC-B92D-7E88-684E-407FC813C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2FB96-887E-3070-A995-F4E454759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5811B-F46F-116F-5BEC-78902B42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D1895-287E-C709-90AD-6062A1B15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D5ED1-B2CA-2A21-D7CE-8370084E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2915E-9425-359A-7F16-47A1F4FC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A48B5-E6DD-DF5D-8777-CBF412B9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1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83D1-41D8-C661-7792-1570BA85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38262-2255-9D5A-67B1-A79F3C24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28697-15E0-8AA6-B98E-86175AB5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15816-E5A5-D929-C56E-653A262D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9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5929C-D8FB-9F87-2F5D-C2013334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4CEA8-5A87-C705-9AAA-32C2F0035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16D6-9843-2EF8-B247-90D9426D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0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EC04-8FE3-9452-4B56-6A00042D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690D0-337E-8249-2726-95A2F217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DC754-C314-6737-BB52-8D9AE92FD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252EC-2868-9991-23CE-76D9054B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85CB7-7020-6AE4-6B92-B2B5315E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15DAB-4F96-FCFB-90B8-4819B0D7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0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CDB8-7A36-6395-43B8-D44387B3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FD7D8-94AD-872A-F1AB-29E5F9516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3AC3A-4464-02E1-E4DC-B716A4E2C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9B6E0-135E-EB63-6E4D-33F4CBA75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C28F3-4C33-0AE6-E214-3067EB8D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531A1-F096-02C9-6338-71771D22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0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4297-FE77-A96C-D1A1-35073E01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51326-9A2E-67EB-BD14-DED8207FD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138EF-5D5A-FCD2-0E7C-6C4073CFD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C61E7-80A6-9421-A4E3-1A985FB2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79C5-9487-4EC8-721B-5B6B99DA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8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561E-58A3-7046-F3A8-86A8ACDE9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27284D-8784-B770-1115-3C4AF2B7C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0B1E2-D88C-4EE6-8D27-4A3A19B6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7DF7-B117-25D4-7019-25B48A66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7CD15-F46C-1178-7CF0-6DBEABBD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1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74071-4458-ECC8-1DC5-DA129789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D0BD7-DF14-FB83-333E-7634CE7F6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BD66C-1F37-25E7-97E6-C5F274E4C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ABD2B-3A24-48AA-A886-46C4F3564BD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501A-C538-3012-AC08-AF3336D7F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BF9AD-43F4-2DDE-91D7-C9193226D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3FB1E-5D81-4965-B139-CE6A6E91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5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FF5A-6BA2-6FCB-DCAF-3BA96D6A62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Competition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7FA39-6025-69E3-76BB-E99C8069CF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Database Security – ISIN 325</a:t>
            </a:r>
          </a:p>
          <a:p>
            <a:r>
              <a:rPr lang="en-US"/>
              <a:t>Hunter Barlett &amp; Paul Kelley</a:t>
            </a:r>
          </a:p>
        </p:txBody>
      </p:sp>
    </p:spTree>
    <p:extLst>
      <p:ext uri="{BB962C8B-B14F-4D97-AF65-F5344CB8AC3E}">
        <p14:creationId xmlns:p14="http://schemas.microsoft.com/office/powerpoint/2010/main" val="394677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04D1-E4FD-FD36-F3C6-03E31BB3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5C513-B184-A002-72E8-D1057D158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4136" y="762000"/>
            <a:ext cx="8765470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304D-AD16-F7D6-5D32-2FF868BB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FCE67B-F53B-41EA-D5E1-1675734E6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379" y="1025684"/>
            <a:ext cx="9396405" cy="515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5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1E22-2EAE-B4CF-0C5E-382B137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0138A-192F-C5C4-04F9-DA494FBB3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23" y="476600"/>
            <a:ext cx="7573107" cy="63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3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4282-2CFE-E283-BC80-B8C19F404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E804C-9EBE-72C3-38B0-6C90EF1C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6" y="691662"/>
            <a:ext cx="8777101" cy="58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4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B5DE-38A0-0A02-E1B4-798581B1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4A6D0-B167-3D68-5F47-74B83CC2B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105" y="303999"/>
            <a:ext cx="7249080" cy="58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9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EE05-AB17-721B-84A8-24F2FB02D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D14C86-8E38-F4A2-8C2A-9B9629DD8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492" y="696035"/>
            <a:ext cx="9075307" cy="546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0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5208-D24D-2187-EDC0-B89864C6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9931F8-381E-A5D3-EA87-912E8ABC3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53" y="2446180"/>
            <a:ext cx="11236569" cy="279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9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FE47-FF62-D2F6-9AE2-FA553532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3224-9E6E-7B0C-39D8-7FCC2FD3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69529-393D-F562-ED57-95C0F180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08" y="142581"/>
            <a:ext cx="9777046" cy="3366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98D0C1-09D2-DBF7-1A54-24251B01E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908" y="3499465"/>
            <a:ext cx="7333234" cy="267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6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673A-4951-49A6-5E28-7CE1B0CD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8543F-7F5E-E83A-E044-A3BBA9332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84BF0-7E24-1075-329F-C84B9D37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46" y="1825625"/>
            <a:ext cx="9988062" cy="38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77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35B3-A021-6522-9BD2-E3FB1EC7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36F34-2F22-41C6-C0F6-78463210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9147B-8184-FB3E-2AB9-206C452F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120" y="365125"/>
            <a:ext cx="6095759" cy="628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73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42E8-9C75-35BF-84CE-59E4FAF2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4F140-64E9-8EAC-FB64-247810CF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1292B-40F2-A098-E670-34AB59F28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157" y="856891"/>
            <a:ext cx="9041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9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AEF7-5CDE-F023-DE84-AC405E77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11.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FB5250-AADE-82C6-ED58-35607C43B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6992"/>
            <a:ext cx="10515600" cy="434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17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8354-30B8-BC84-BA5B-137C8E66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12.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DE10F-D9F3-2D1F-9474-1FA188F4A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836" y="2658081"/>
            <a:ext cx="8802328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7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A8E8-2C7D-8CBA-D61E-97A9E125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13.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8F8891-E063-746A-1C08-9CE26DDA9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170" y="1825625"/>
            <a:ext cx="57116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76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A2AA-4E20-0D58-9F69-234CD36F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14.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27FB01-675C-548D-53FB-036D2DD0D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5878" y="705655"/>
            <a:ext cx="7066812" cy="547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6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56FA-6C04-DA2B-B493-1B8441C62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15.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3D75E-DF31-6B09-5207-4A0610CF7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4891"/>
            <a:ext cx="11353800" cy="285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64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C31F-7519-2157-F257-7DA8531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16.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1140E-9970-D142-7932-210EACF8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24" y="1778503"/>
            <a:ext cx="10174014" cy="3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79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6130-9A25-DEAC-08CF-620C3B10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EBCCD-BB9B-21D0-B021-CFBD260B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457050"/>
            <a:ext cx="1108864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3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8159-6A9E-21E5-9F25-A0AFAA33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E4776-6F26-1607-026E-5E681B3C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51" y="434214"/>
            <a:ext cx="7078999" cy="642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3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36DA-191E-43EA-0D7A-8D396B86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19.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9BF2B-2EE5-DFE5-4138-2942A890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031" y="94594"/>
            <a:ext cx="6669452" cy="3625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CE5523-A73F-C151-312A-AC3221F8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31" y="3720381"/>
            <a:ext cx="4697998" cy="30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9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F288-1752-7B59-120A-0245A252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3BC7F-C1D2-8A85-C659-F5964C34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96" y="0"/>
            <a:ext cx="7818273" cy="45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54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480F-D4B1-509B-4335-EED8CAA4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08081E-A96F-BD31-8706-8B5DCFDBC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703" y="368603"/>
            <a:ext cx="5193747" cy="580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61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F613-DA60-5219-DC08-BF993D75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3E580-0676-5301-C9B8-A34C179A1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917" y="365125"/>
            <a:ext cx="5898417" cy="3399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C8F3A-9FB3-0CA7-A017-93EF0A4C2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164" y="365125"/>
            <a:ext cx="4232836" cy="2900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872B7-7BBE-3E86-2DAB-903133B8A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087" y="3265714"/>
            <a:ext cx="5818567" cy="354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70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FB41-1781-D52E-478A-C1C4D579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B4881-5DD9-E663-31F9-EFE0D21BE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877" y="574766"/>
            <a:ext cx="4968809" cy="560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15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2275-D7C5-157D-977F-8123D076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8B0A05-6250-BA7C-6A7C-EB57C8B78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988" y="1825625"/>
            <a:ext cx="101760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43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E504-797B-2667-CA1B-27CC17B4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74FD8-63E0-B765-919B-18B63F2D9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6898" y="350973"/>
            <a:ext cx="5406736" cy="58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11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0C0F-1797-2B4D-B90B-757CF43F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6B765-E23B-5FEE-4BE2-30CDA718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98" y="902179"/>
            <a:ext cx="8760031" cy="487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44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6275-4302-D945-6670-089D9E6D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77A70-2E9C-A4CC-2BF8-52C97E3AA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89" y="2813148"/>
            <a:ext cx="1076464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37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2EC2-134D-06D8-009F-45EF476F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3FFEF5-0831-7396-E17E-F266B3E96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442" y="2462792"/>
            <a:ext cx="7459116" cy="307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A6198-D8AF-989F-DEA4-B6748DB9C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42" y="942628"/>
            <a:ext cx="7821116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81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48E1-89EC-3C10-F86F-FAD2B305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3832E7-00B3-7F8C-E062-AF6A6F36D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662" y="1825625"/>
            <a:ext cx="6354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19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A56B-605E-375A-8683-554573D6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44DFF9-1008-2F26-9AD8-C035CB979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679" y="2405634"/>
            <a:ext cx="746864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09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2585-67B3-3DE9-BA68-E107A43D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F940-51CA-C619-50AA-8A29907F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23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b0362e-85c0-4e95-a4ce-5651d96cb739}" enabled="0" method="" siteId="{64b0362e-85c0-4e95-a4ce-5651d96cb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34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Competition</vt:lpstr>
      <vt:lpstr>1. </vt:lpstr>
      <vt:lpstr>2. </vt:lpstr>
      <vt:lpstr>3. </vt:lpstr>
      <vt:lpstr>4. </vt:lpstr>
      <vt:lpstr>5. </vt:lpstr>
      <vt:lpstr>6. </vt:lpstr>
      <vt:lpstr>7. </vt:lpstr>
      <vt:lpstr>8. </vt:lpstr>
      <vt:lpstr>8. Cont. </vt:lpstr>
      <vt:lpstr>9. </vt:lpstr>
      <vt:lpstr>10.</vt:lpstr>
      <vt:lpstr>11. </vt:lpstr>
      <vt:lpstr>12.</vt:lpstr>
      <vt:lpstr>13.</vt:lpstr>
      <vt:lpstr>14. </vt:lpstr>
      <vt:lpstr>15. </vt:lpstr>
      <vt:lpstr>16. </vt:lpstr>
      <vt:lpstr>17.</vt:lpstr>
      <vt:lpstr>18</vt:lpstr>
      <vt:lpstr>19.</vt:lpstr>
      <vt:lpstr>20.</vt:lpstr>
      <vt:lpstr>21</vt:lpstr>
      <vt:lpstr>23</vt:lpstr>
      <vt:lpstr>24</vt:lpstr>
      <vt:lpstr>25</vt:lpstr>
      <vt:lpstr>26</vt:lpstr>
      <vt:lpstr>27</vt:lpstr>
      <vt:lpstr>28</vt:lpstr>
      <vt:lpstr>29</vt:lpstr>
      <vt:lpstr>30</vt:lpstr>
      <vt:lpstr>31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 Bartlett</dc:creator>
  <cp:lastModifiedBy>Hunter Bartlett</cp:lastModifiedBy>
  <cp:revision>1</cp:revision>
  <dcterms:created xsi:type="dcterms:W3CDTF">2025-11-25T14:45:22Z</dcterms:created>
  <dcterms:modified xsi:type="dcterms:W3CDTF">2025-12-04T15:18:56Z</dcterms:modified>
</cp:coreProperties>
</file>