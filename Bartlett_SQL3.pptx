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A81D59-04E1-4D21-A396-469B6D1563D5}" v="20" dt="2025-11-11T14:30:33.0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46" d="100"/>
          <a:sy n="46" d="100"/>
        </p:scale>
        <p:origin x="45" y="1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ter Bartlett" userId="cbf17650-2326-4151-9551-5062c83f5ca3" providerId="ADAL" clId="{A8ED9588-72CB-431E-8FF0-80C39D5F9BE2}"/>
    <pc:docChg chg="undo custSel addSld modSld">
      <pc:chgData name="Hunter Bartlett" userId="cbf17650-2326-4151-9551-5062c83f5ca3" providerId="ADAL" clId="{A8ED9588-72CB-431E-8FF0-80C39D5F9BE2}" dt="2025-11-11T18:35:13.718" v="150" actId="26606"/>
      <pc:docMkLst>
        <pc:docMk/>
      </pc:docMkLst>
      <pc:sldChg chg="addSp modSp mod setBg addAnim setClrOvrMap">
        <pc:chgData name="Hunter Bartlett" userId="cbf17650-2326-4151-9551-5062c83f5ca3" providerId="ADAL" clId="{A8ED9588-72CB-431E-8FF0-80C39D5F9BE2}" dt="2025-11-11T18:33:49.967" v="135"/>
        <pc:sldMkLst>
          <pc:docMk/>
          <pc:sldMk cId="2475794601" sldId="256"/>
        </pc:sldMkLst>
        <pc:spChg chg="mod">
          <ac:chgData name="Hunter Bartlett" userId="cbf17650-2326-4151-9551-5062c83f5ca3" providerId="ADAL" clId="{A8ED9588-72CB-431E-8FF0-80C39D5F9BE2}" dt="2025-11-11T18:33:49.962" v="133" actId="26606"/>
          <ac:spMkLst>
            <pc:docMk/>
            <pc:sldMk cId="2475794601" sldId="256"/>
            <ac:spMk id="2" creationId="{6C22354E-6846-E9D3-C08B-44B41604BF47}"/>
          </ac:spMkLst>
        </pc:spChg>
        <pc:spChg chg="mod">
          <ac:chgData name="Hunter Bartlett" userId="cbf17650-2326-4151-9551-5062c83f5ca3" providerId="ADAL" clId="{A8ED9588-72CB-431E-8FF0-80C39D5F9BE2}" dt="2025-11-11T18:33:49.962" v="133" actId="26606"/>
          <ac:spMkLst>
            <pc:docMk/>
            <pc:sldMk cId="2475794601" sldId="256"/>
            <ac:spMk id="3" creationId="{8DDB3FF7-D223-EBA7-66C9-27781EE48996}"/>
          </ac:spMkLst>
        </pc:spChg>
        <pc:spChg chg="add">
          <ac:chgData name="Hunter Bartlett" userId="cbf17650-2326-4151-9551-5062c83f5ca3" providerId="ADAL" clId="{A8ED9588-72CB-431E-8FF0-80C39D5F9BE2}" dt="2025-11-11T18:33:49.962" v="133" actId="26606"/>
          <ac:spMkLst>
            <pc:docMk/>
            <pc:sldMk cId="2475794601" sldId="256"/>
            <ac:spMk id="9" creationId="{71B2258F-86CA-4D4D-8270-BC05FCDEBFB3}"/>
          </ac:spMkLst>
        </pc:spChg>
        <pc:picChg chg="add">
          <ac:chgData name="Hunter Bartlett" userId="cbf17650-2326-4151-9551-5062c83f5ca3" providerId="ADAL" clId="{A8ED9588-72CB-431E-8FF0-80C39D5F9BE2}" dt="2025-11-11T18:33:49.962" v="133" actId="26606"/>
          <ac:picMkLst>
            <pc:docMk/>
            <pc:sldMk cId="2475794601" sldId="256"/>
            <ac:picMk id="5" creationId="{B4790369-362B-C9A6-3B28-06EB5B351575}"/>
          </ac:picMkLst>
        </pc:picChg>
      </pc:sldChg>
      <pc:sldChg chg="addSp delSp modSp mod setBg">
        <pc:chgData name="Hunter Bartlett" userId="cbf17650-2326-4151-9551-5062c83f5ca3" providerId="ADAL" clId="{A8ED9588-72CB-431E-8FF0-80C39D5F9BE2}" dt="2025-11-11T18:33:55.899" v="136" actId="26606"/>
        <pc:sldMkLst>
          <pc:docMk/>
          <pc:sldMk cId="3405732545" sldId="257"/>
        </pc:sldMkLst>
        <pc:spChg chg="mod">
          <ac:chgData name="Hunter Bartlett" userId="cbf17650-2326-4151-9551-5062c83f5ca3" providerId="ADAL" clId="{A8ED9588-72CB-431E-8FF0-80C39D5F9BE2}" dt="2025-11-11T18:33:55.899" v="136" actId="26606"/>
          <ac:spMkLst>
            <pc:docMk/>
            <pc:sldMk cId="3405732545" sldId="257"/>
            <ac:spMk id="2" creationId="{D6FA321A-8A34-93CE-3920-56F5D82E3AF9}"/>
          </ac:spMkLst>
        </pc:spChg>
        <pc:spChg chg="del">
          <ac:chgData name="Hunter Bartlett" userId="cbf17650-2326-4151-9551-5062c83f5ca3" providerId="ADAL" clId="{A8ED9588-72CB-431E-8FF0-80C39D5F9BE2}" dt="2025-11-11T14:12:01.362" v="7" actId="478"/>
          <ac:spMkLst>
            <pc:docMk/>
            <pc:sldMk cId="3405732545" sldId="257"/>
            <ac:spMk id="3" creationId="{7FD4F73E-4226-EB05-8C61-914A54297024}"/>
          </ac:spMkLst>
        </pc:spChg>
        <pc:spChg chg="add">
          <ac:chgData name="Hunter Bartlett" userId="cbf17650-2326-4151-9551-5062c83f5ca3" providerId="ADAL" clId="{A8ED9588-72CB-431E-8FF0-80C39D5F9BE2}" dt="2025-11-11T18:33:55.899" v="136" actId="26606"/>
          <ac:spMkLst>
            <pc:docMk/>
            <pc:sldMk cId="3405732545" sldId="257"/>
            <ac:spMk id="10" creationId="{1707FC24-6981-43D9-B525-C7832BA22463}"/>
          </ac:spMkLst>
        </pc:spChg>
        <pc:picChg chg="add mod">
          <ac:chgData name="Hunter Bartlett" userId="cbf17650-2326-4151-9551-5062c83f5ca3" providerId="ADAL" clId="{A8ED9588-72CB-431E-8FF0-80C39D5F9BE2}" dt="2025-11-11T18:33:55.899" v="136" actId="26606"/>
          <ac:picMkLst>
            <pc:docMk/>
            <pc:sldMk cId="3405732545" sldId="257"/>
            <ac:picMk id="5" creationId="{7B83E2E0-69B4-F695-34B4-91EC6CE315F6}"/>
          </ac:picMkLst>
        </pc:picChg>
      </pc:sldChg>
      <pc:sldChg chg="addSp delSp modSp new mod setBg">
        <pc:chgData name="Hunter Bartlett" userId="cbf17650-2326-4151-9551-5062c83f5ca3" providerId="ADAL" clId="{A8ED9588-72CB-431E-8FF0-80C39D5F9BE2}" dt="2025-11-11T18:34:06.633" v="137" actId="26606"/>
        <pc:sldMkLst>
          <pc:docMk/>
          <pc:sldMk cId="3878685912" sldId="258"/>
        </pc:sldMkLst>
        <pc:spChg chg="mod">
          <ac:chgData name="Hunter Bartlett" userId="cbf17650-2326-4151-9551-5062c83f5ca3" providerId="ADAL" clId="{A8ED9588-72CB-431E-8FF0-80C39D5F9BE2}" dt="2025-11-11T18:34:06.633" v="137" actId="26606"/>
          <ac:spMkLst>
            <pc:docMk/>
            <pc:sldMk cId="3878685912" sldId="258"/>
            <ac:spMk id="2" creationId="{6F0CAC95-B5B0-4C69-9960-396B1C7537C1}"/>
          </ac:spMkLst>
        </pc:spChg>
        <pc:spChg chg="del">
          <ac:chgData name="Hunter Bartlett" userId="cbf17650-2326-4151-9551-5062c83f5ca3" providerId="ADAL" clId="{A8ED9588-72CB-431E-8FF0-80C39D5F9BE2}" dt="2025-11-11T14:13:40.524" v="21" actId="478"/>
          <ac:spMkLst>
            <pc:docMk/>
            <pc:sldMk cId="3878685912" sldId="258"/>
            <ac:spMk id="3" creationId="{A4D737A5-F901-E843-FCA2-F607BDAE029D}"/>
          </ac:spMkLst>
        </pc:spChg>
        <pc:spChg chg="add del mod">
          <ac:chgData name="Hunter Bartlett" userId="cbf17650-2326-4151-9551-5062c83f5ca3" providerId="ADAL" clId="{A8ED9588-72CB-431E-8FF0-80C39D5F9BE2}" dt="2025-11-11T14:13:38.750" v="20" actId="478"/>
          <ac:spMkLst>
            <pc:docMk/>
            <pc:sldMk cId="3878685912" sldId="258"/>
            <ac:spMk id="5" creationId="{22ECAFD2-3EF5-3F62-D678-1BB22FF3EE20}"/>
          </ac:spMkLst>
        </pc:spChg>
        <pc:spChg chg="add">
          <ac:chgData name="Hunter Bartlett" userId="cbf17650-2326-4151-9551-5062c83f5ca3" providerId="ADAL" clId="{A8ED9588-72CB-431E-8FF0-80C39D5F9BE2}" dt="2025-11-11T18:34:06.633" v="137" actId="26606"/>
          <ac:spMkLst>
            <pc:docMk/>
            <pc:sldMk cId="3878685912" sldId="258"/>
            <ac:spMk id="14" creationId="{FB33DC6A-1F1C-4A06-834E-CFF88F1C0BB9}"/>
          </ac:spMkLst>
        </pc:spChg>
        <pc:spChg chg="add">
          <ac:chgData name="Hunter Bartlett" userId="cbf17650-2326-4151-9551-5062c83f5ca3" providerId="ADAL" clId="{A8ED9588-72CB-431E-8FF0-80C39D5F9BE2}" dt="2025-11-11T18:34:06.633" v="137" actId="26606"/>
          <ac:spMkLst>
            <pc:docMk/>
            <pc:sldMk cId="3878685912" sldId="258"/>
            <ac:spMk id="16" creationId="{0FE1D5CF-87B8-4A8A-AD3C-01D06A60769B}"/>
          </ac:spMkLst>
        </pc:spChg>
        <pc:spChg chg="add">
          <ac:chgData name="Hunter Bartlett" userId="cbf17650-2326-4151-9551-5062c83f5ca3" providerId="ADAL" clId="{A8ED9588-72CB-431E-8FF0-80C39D5F9BE2}" dt="2025-11-11T18:34:06.633" v="137" actId="26606"/>
          <ac:spMkLst>
            <pc:docMk/>
            <pc:sldMk cId="3878685912" sldId="258"/>
            <ac:spMk id="18" creationId="{60926200-45C2-41E9-839F-31CD5FE4CD59}"/>
          </ac:spMkLst>
        </pc:spChg>
        <pc:spChg chg="add">
          <ac:chgData name="Hunter Bartlett" userId="cbf17650-2326-4151-9551-5062c83f5ca3" providerId="ADAL" clId="{A8ED9588-72CB-431E-8FF0-80C39D5F9BE2}" dt="2025-11-11T18:34:06.633" v="137" actId="26606"/>
          <ac:spMkLst>
            <pc:docMk/>
            <pc:sldMk cId="3878685912" sldId="258"/>
            <ac:spMk id="20" creationId="{AF2F604E-43BE-4DC3-B983-E071523364F8}"/>
          </ac:spMkLst>
        </pc:spChg>
        <pc:spChg chg="add">
          <ac:chgData name="Hunter Bartlett" userId="cbf17650-2326-4151-9551-5062c83f5ca3" providerId="ADAL" clId="{A8ED9588-72CB-431E-8FF0-80C39D5F9BE2}" dt="2025-11-11T18:34:06.633" v="137" actId="26606"/>
          <ac:spMkLst>
            <pc:docMk/>
            <pc:sldMk cId="3878685912" sldId="258"/>
            <ac:spMk id="22" creationId="{08C9B587-E65E-4B52-B37C-ABEBB6E87928}"/>
          </ac:spMkLst>
        </pc:spChg>
        <pc:picChg chg="add mod">
          <ac:chgData name="Hunter Bartlett" userId="cbf17650-2326-4151-9551-5062c83f5ca3" providerId="ADAL" clId="{A8ED9588-72CB-431E-8FF0-80C39D5F9BE2}" dt="2025-11-11T18:34:06.633" v="137" actId="26606"/>
          <ac:picMkLst>
            <pc:docMk/>
            <pc:sldMk cId="3878685912" sldId="258"/>
            <ac:picMk id="7" creationId="{FC08D8C5-0E4A-344E-E403-9C80DBE9B5B5}"/>
          </ac:picMkLst>
        </pc:picChg>
        <pc:picChg chg="add mod">
          <ac:chgData name="Hunter Bartlett" userId="cbf17650-2326-4151-9551-5062c83f5ca3" providerId="ADAL" clId="{A8ED9588-72CB-431E-8FF0-80C39D5F9BE2}" dt="2025-11-11T18:34:06.633" v="137" actId="26606"/>
          <ac:picMkLst>
            <pc:docMk/>
            <pc:sldMk cId="3878685912" sldId="258"/>
            <ac:picMk id="9" creationId="{1DE54CFF-1893-37C6-1672-5639196F80EE}"/>
          </ac:picMkLst>
        </pc:picChg>
      </pc:sldChg>
      <pc:sldChg chg="addSp delSp modSp new mod setBg">
        <pc:chgData name="Hunter Bartlett" userId="cbf17650-2326-4151-9551-5062c83f5ca3" providerId="ADAL" clId="{A8ED9588-72CB-431E-8FF0-80C39D5F9BE2}" dt="2025-11-11T18:34:13.642" v="138" actId="26606"/>
        <pc:sldMkLst>
          <pc:docMk/>
          <pc:sldMk cId="1105084790" sldId="259"/>
        </pc:sldMkLst>
        <pc:spChg chg="mod">
          <ac:chgData name="Hunter Bartlett" userId="cbf17650-2326-4151-9551-5062c83f5ca3" providerId="ADAL" clId="{A8ED9588-72CB-431E-8FF0-80C39D5F9BE2}" dt="2025-11-11T18:34:13.642" v="138" actId="26606"/>
          <ac:spMkLst>
            <pc:docMk/>
            <pc:sldMk cId="1105084790" sldId="259"/>
            <ac:spMk id="2" creationId="{0CF3E1C8-C25E-DB96-0C77-0B241E36ADD4}"/>
          </ac:spMkLst>
        </pc:spChg>
        <pc:spChg chg="del">
          <ac:chgData name="Hunter Bartlett" userId="cbf17650-2326-4151-9551-5062c83f5ca3" providerId="ADAL" clId="{A8ED9588-72CB-431E-8FF0-80C39D5F9BE2}" dt="2025-11-11T14:15:39.528" v="32" actId="478"/>
          <ac:spMkLst>
            <pc:docMk/>
            <pc:sldMk cId="1105084790" sldId="259"/>
            <ac:spMk id="3" creationId="{77DCAF29-221E-A460-44E9-E5B8A00AF445}"/>
          </ac:spMkLst>
        </pc:spChg>
        <pc:spChg chg="add">
          <ac:chgData name="Hunter Bartlett" userId="cbf17650-2326-4151-9551-5062c83f5ca3" providerId="ADAL" clId="{A8ED9588-72CB-431E-8FF0-80C39D5F9BE2}" dt="2025-11-11T18:34:13.642" v="138" actId="26606"/>
          <ac:spMkLst>
            <pc:docMk/>
            <pc:sldMk cId="1105084790" sldId="259"/>
            <ac:spMk id="10" creationId="{D4771268-CB57-404A-9271-370EB28F6090}"/>
          </ac:spMkLst>
        </pc:spChg>
        <pc:picChg chg="add mod">
          <ac:chgData name="Hunter Bartlett" userId="cbf17650-2326-4151-9551-5062c83f5ca3" providerId="ADAL" clId="{A8ED9588-72CB-431E-8FF0-80C39D5F9BE2}" dt="2025-11-11T18:34:13.642" v="138" actId="26606"/>
          <ac:picMkLst>
            <pc:docMk/>
            <pc:sldMk cId="1105084790" sldId="259"/>
            <ac:picMk id="5" creationId="{2EBA93B4-F138-A16C-7932-E260FA7181A2}"/>
          </ac:picMkLst>
        </pc:picChg>
      </pc:sldChg>
      <pc:sldChg chg="addSp delSp modSp new mod setBg">
        <pc:chgData name="Hunter Bartlett" userId="cbf17650-2326-4151-9551-5062c83f5ca3" providerId="ADAL" clId="{A8ED9588-72CB-431E-8FF0-80C39D5F9BE2}" dt="2025-11-11T18:34:18.976" v="139" actId="26606"/>
        <pc:sldMkLst>
          <pc:docMk/>
          <pc:sldMk cId="1198819310" sldId="260"/>
        </pc:sldMkLst>
        <pc:spChg chg="mod">
          <ac:chgData name="Hunter Bartlett" userId="cbf17650-2326-4151-9551-5062c83f5ca3" providerId="ADAL" clId="{A8ED9588-72CB-431E-8FF0-80C39D5F9BE2}" dt="2025-11-11T18:34:18.976" v="139" actId="26606"/>
          <ac:spMkLst>
            <pc:docMk/>
            <pc:sldMk cId="1198819310" sldId="260"/>
            <ac:spMk id="2" creationId="{59A9A611-2FF7-4AA0-1D84-5D57940AD3AD}"/>
          </ac:spMkLst>
        </pc:spChg>
        <pc:spChg chg="del">
          <ac:chgData name="Hunter Bartlett" userId="cbf17650-2326-4151-9551-5062c83f5ca3" providerId="ADAL" clId="{A8ED9588-72CB-431E-8FF0-80C39D5F9BE2}" dt="2025-11-11T14:16:25.003" v="35" actId="22"/>
          <ac:spMkLst>
            <pc:docMk/>
            <pc:sldMk cId="1198819310" sldId="260"/>
            <ac:spMk id="3" creationId="{DC8944BB-4591-8430-D6F4-22AF8222C0C5}"/>
          </ac:spMkLst>
        </pc:spChg>
        <pc:spChg chg="add">
          <ac:chgData name="Hunter Bartlett" userId="cbf17650-2326-4151-9551-5062c83f5ca3" providerId="ADAL" clId="{A8ED9588-72CB-431E-8FF0-80C39D5F9BE2}" dt="2025-11-11T18:34:18.976" v="139" actId="26606"/>
          <ac:spMkLst>
            <pc:docMk/>
            <pc:sldMk cId="1198819310" sldId="260"/>
            <ac:spMk id="10" creationId="{BCED4D40-4B67-4331-AC48-79B82B4A47D8}"/>
          </ac:spMkLst>
        </pc:spChg>
        <pc:spChg chg="add">
          <ac:chgData name="Hunter Bartlett" userId="cbf17650-2326-4151-9551-5062c83f5ca3" providerId="ADAL" clId="{A8ED9588-72CB-431E-8FF0-80C39D5F9BE2}" dt="2025-11-11T18:34:18.976" v="139" actId="26606"/>
          <ac:spMkLst>
            <pc:docMk/>
            <pc:sldMk cId="1198819310" sldId="260"/>
            <ac:spMk id="12" creationId="{670CEDEF-4F34-412E-84EE-329C1E936AF5}"/>
          </ac:spMkLst>
        </pc:spChg>
        <pc:picChg chg="add mod ord">
          <ac:chgData name="Hunter Bartlett" userId="cbf17650-2326-4151-9551-5062c83f5ca3" providerId="ADAL" clId="{A8ED9588-72CB-431E-8FF0-80C39D5F9BE2}" dt="2025-11-11T18:34:18.976" v="139" actId="26606"/>
          <ac:picMkLst>
            <pc:docMk/>
            <pc:sldMk cId="1198819310" sldId="260"/>
            <ac:picMk id="5" creationId="{44DF3E38-EBBD-BD08-A253-010E7D6CAF6D}"/>
          </ac:picMkLst>
        </pc:picChg>
      </pc:sldChg>
      <pc:sldChg chg="addSp delSp modSp new mod setBg">
        <pc:chgData name="Hunter Bartlett" userId="cbf17650-2326-4151-9551-5062c83f5ca3" providerId="ADAL" clId="{A8ED9588-72CB-431E-8FF0-80C39D5F9BE2}" dt="2025-11-11T18:34:31.884" v="140" actId="26606"/>
        <pc:sldMkLst>
          <pc:docMk/>
          <pc:sldMk cId="3014054830" sldId="261"/>
        </pc:sldMkLst>
        <pc:spChg chg="mod">
          <ac:chgData name="Hunter Bartlett" userId="cbf17650-2326-4151-9551-5062c83f5ca3" providerId="ADAL" clId="{A8ED9588-72CB-431E-8FF0-80C39D5F9BE2}" dt="2025-11-11T18:34:31.884" v="140" actId="26606"/>
          <ac:spMkLst>
            <pc:docMk/>
            <pc:sldMk cId="3014054830" sldId="261"/>
            <ac:spMk id="2" creationId="{7CFC1274-B7A0-E3A9-7E3D-91B022F668A2}"/>
          </ac:spMkLst>
        </pc:spChg>
        <pc:spChg chg="del">
          <ac:chgData name="Hunter Bartlett" userId="cbf17650-2326-4151-9551-5062c83f5ca3" providerId="ADAL" clId="{A8ED9588-72CB-431E-8FF0-80C39D5F9BE2}" dt="2025-11-11T14:16:44.846" v="39" actId="478"/>
          <ac:spMkLst>
            <pc:docMk/>
            <pc:sldMk cId="3014054830" sldId="261"/>
            <ac:spMk id="3" creationId="{DE85CA2B-BBEF-AB1E-7CEE-CAC3ACC15E76}"/>
          </ac:spMkLst>
        </pc:spChg>
        <pc:spChg chg="add">
          <ac:chgData name="Hunter Bartlett" userId="cbf17650-2326-4151-9551-5062c83f5ca3" providerId="ADAL" clId="{A8ED9588-72CB-431E-8FF0-80C39D5F9BE2}" dt="2025-11-11T18:34:31.884" v="140" actId="26606"/>
          <ac:spMkLst>
            <pc:docMk/>
            <pc:sldMk cId="3014054830" sldId="261"/>
            <ac:spMk id="10" creationId="{1707FC24-6981-43D9-B525-C7832BA22463}"/>
          </ac:spMkLst>
        </pc:spChg>
        <pc:picChg chg="add mod">
          <ac:chgData name="Hunter Bartlett" userId="cbf17650-2326-4151-9551-5062c83f5ca3" providerId="ADAL" clId="{A8ED9588-72CB-431E-8FF0-80C39D5F9BE2}" dt="2025-11-11T18:34:31.884" v="140" actId="26606"/>
          <ac:picMkLst>
            <pc:docMk/>
            <pc:sldMk cId="3014054830" sldId="261"/>
            <ac:picMk id="5" creationId="{F2B2C600-43CF-F8B8-7F29-147C3B7E2476}"/>
          </ac:picMkLst>
        </pc:picChg>
      </pc:sldChg>
      <pc:sldChg chg="addSp delSp modSp new mod setBg">
        <pc:chgData name="Hunter Bartlett" userId="cbf17650-2326-4151-9551-5062c83f5ca3" providerId="ADAL" clId="{A8ED9588-72CB-431E-8FF0-80C39D5F9BE2}" dt="2025-11-11T18:34:35.786" v="141" actId="26606"/>
        <pc:sldMkLst>
          <pc:docMk/>
          <pc:sldMk cId="4027191056" sldId="262"/>
        </pc:sldMkLst>
        <pc:spChg chg="mod">
          <ac:chgData name="Hunter Bartlett" userId="cbf17650-2326-4151-9551-5062c83f5ca3" providerId="ADAL" clId="{A8ED9588-72CB-431E-8FF0-80C39D5F9BE2}" dt="2025-11-11T18:34:35.786" v="141" actId="26606"/>
          <ac:spMkLst>
            <pc:docMk/>
            <pc:sldMk cId="4027191056" sldId="262"/>
            <ac:spMk id="2" creationId="{B99C625A-1C38-DB0B-0FD9-9FCA93BD4097}"/>
          </ac:spMkLst>
        </pc:spChg>
        <pc:spChg chg="del">
          <ac:chgData name="Hunter Bartlett" userId="cbf17650-2326-4151-9551-5062c83f5ca3" providerId="ADAL" clId="{A8ED9588-72CB-431E-8FF0-80C39D5F9BE2}" dt="2025-11-11T14:19:30.313" v="48" actId="22"/>
          <ac:spMkLst>
            <pc:docMk/>
            <pc:sldMk cId="4027191056" sldId="262"/>
            <ac:spMk id="3" creationId="{6E7C1C4D-3419-5DBD-9CCD-F80B9FD4B1C7}"/>
          </ac:spMkLst>
        </pc:spChg>
        <pc:spChg chg="add">
          <ac:chgData name="Hunter Bartlett" userId="cbf17650-2326-4151-9551-5062c83f5ca3" providerId="ADAL" clId="{A8ED9588-72CB-431E-8FF0-80C39D5F9BE2}" dt="2025-11-11T18:34:35.786" v="141" actId="26606"/>
          <ac:spMkLst>
            <pc:docMk/>
            <pc:sldMk cId="4027191056" sldId="262"/>
            <ac:spMk id="10" creationId="{D4771268-CB57-404A-9271-370EB28F6090}"/>
          </ac:spMkLst>
        </pc:spChg>
        <pc:picChg chg="add mod ord">
          <ac:chgData name="Hunter Bartlett" userId="cbf17650-2326-4151-9551-5062c83f5ca3" providerId="ADAL" clId="{A8ED9588-72CB-431E-8FF0-80C39D5F9BE2}" dt="2025-11-11T18:34:35.786" v="141" actId="26606"/>
          <ac:picMkLst>
            <pc:docMk/>
            <pc:sldMk cId="4027191056" sldId="262"/>
            <ac:picMk id="5" creationId="{B178F16C-567C-6523-C12A-5CA69E6BAE33}"/>
          </ac:picMkLst>
        </pc:picChg>
      </pc:sldChg>
      <pc:sldChg chg="addSp delSp modSp new mod setBg">
        <pc:chgData name="Hunter Bartlett" userId="cbf17650-2326-4151-9551-5062c83f5ca3" providerId="ADAL" clId="{A8ED9588-72CB-431E-8FF0-80C39D5F9BE2}" dt="2025-11-11T18:34:40.290" v="142" actId="26606"/>
        <pc:sldMkLst>
          <pc:docMk/>
          <pc:sldMk cId="2683145920" sldId="263"/>
        </pc:sldMkLst>
        <pc:spChg chg="mod">
          <ac:chgData name="Hunter Bartlett" userId="cbf17650-2326-4151-9551-5062c83f5ca3" providerId="ADAL" clId="{A8ED9588-72CB-431E-8FF0-80C39D5F9BE2}" dt="2025-11-11T18:34:40.290" v="142" actId="26606"/>
          <ac:spMkLst>
            <pc:docMk/>
            <pc:sldMk cId="2683145920" sldId="263"/>
            <ac:spMk id="2" creationId="{E7EB6F10-2B3B-B187-E5E0-AA43F0D4514D}"/>
          </ac:spMkLst>
        </pc:spChg>
        <pc:spChg chg="del">
          <ac:chgData name="Hunter Bartlett" userId="cbf17650-2326-4151-9551-5062c83f5ca3" providerId="ADAL" clId="{A8ED9588-72CB-431E-8FF0-80C39D5F9BE2}" dt="2025-11-11T14:20:04.610" v="54" actId="478"/>
          <ac:spMkLst>
            <pc:docMk/>
            <pc:sldMk cId="2683145920" sldId="263"/>
            <ac:spMk id="3" creationId="{40107FFD-68BE-8615-76F9-EAA0387C32E3}"/>
          </ac:spMkLst>
        </pc:spChg>
        <pc:spChg chg="add">
          <ac:chgData name="Hunter Bartlett" userId="cbf17650-2326-4151-9551-5062c83f5ca3" providerId="ADAL" clId="{A8ED9588-72CB-431E-8FF0-80C39D5F9BE2}" dt="2025-11-11T18:34:40.290" v="142" actId="26606"/>
          <ac:spMkLst>
            <pc:docMk/>
            <pc:sldMk cId="2683145920" sldId="263"/>
            <ac:spMk id="10" creationId="{D4771268-CB57-404A-9271-370EB28F6090}"/>
          </ac:spMkLst>
        </pc:spChg>
        <pc:picChg chg="add mod">
          <ac:chgData name="Hunter Bartlett" userId="cbf17650-2326-4151-9551-5062c83f5ca3" providerId="ADAL" clId="{A8ED9588-72CB-431E-8FF0-80C39D5F9BE2}" dt="2025-11-11T18:34:40.290" v="142" actId="26606"/>
          <ac:picMkLst>
            <pc:docMk/>
            <pc:sldMk cId="2683145920" sldId="263"/>
            <ac:picMk id="5" creationId="{91479495-E6F5-B261-C661-A47B238044CF}"/>
          </ac:picMkLst>
        </pc:picChg>
      </pc:sldChg>
      <pc:sldChg chg="addSp delSp modSp new mod setBg">
        <pc:chgData name="Hunter Bartlett" userId="cbf17650-2326-4151-9551-5062c83f5ca3" providerId="ADAL" clId="{A8ED9588-72CB-431E-8FF0-80C39D5F9BE2}" dt="2025-11-11T18:34:43.027" v="143" actId="26606"/>
        <pc:sldMkLst>
          <pc:docMk/>
          <pc:sldMk cId="3231534714" sldId="264"/>
        </pc:sldMkLst>
        <pc:spChg chg="mod">
          <ac:chgData name="Hunter Bartlett" userId="cbf17650-2326-4151-9551-5062c83f5ca3" providerId="ADAL" clId="{A8ED9588-72CB-431E-8FF0-80C39D5F9BE2}" dt="2025-11-11T18:34:43.027" v="143" actId="26606"/>
          <ac:spMkLst>
            <pc:docMk/>
            <pc:sldMk cId="3231534714" sldId="264"/>
            <ac:spMk id="2" creationId="{030E6745-B76A-BA2E-396C-E9893892F995}"/>
          </ac:spMkLst>
        </pc:spChg>
        <pc:spChg chg="del">
          <ac:chgData name="Hunter Bartlett" userId="cbf17650-2326-4151-9551-5062c83f5ca3" providerId="ADAL" clId="{A8ED9588-72CB-431E-8FF0-80C39D5F9BE2}" dt="2025-11-11T14:20:22.931" v="58" actId="478"/>
          <ac:spMkLst>
            <pc:docMk/>
            <pc:sldMk cId="3231534714" sldId="264"/>
            <ac:spMk id="3" creationId="{2F983024-D69E-F605-A912-BCCAC123FA0B}"/>
          </ac:spMkLst>
        </pc:spChg>
        <pc:spChg chg="add">
          <ac:chgData name="Hunter Bartlett" userId="cbf17650-2326-4151-9551-5062c83f5ca3" providerId="ADAL" clId="{A8ED9588-72CB-431E-8FF0-80C39D5F9BE2}" dt="2025-11-11T18:34:43.027" v="143" actId="26606"/>
          <ac:spMkLst>
            <pc:docMk/>
            <pc:sldMk cId="3231534714" sldId="264"/>
            <ac:spMk id="10" creationId="{D4771268-CB57-404A-9271-370EB28F6090}"/>
          </ac:spMkLst>
        </pc:spChg>
        <pc:picChg chg="add mod">
          <ac:chgData name="Hunter Bartlett" userId="cbf17650-2326-4151-9551-5062c83f5ca3" providerId="ADAL" clId="{A8ED9588-72CB-431E-8FF0-80C39D5F9BE2}" dt="2025-11-11T18:34:43.027" v="143" actId="26606"/>
          <ac:picMkLst>
            <pc:docMk/>
            <pc:sldMk cId="3231534714" sldId="264"/>
            <ac:picMk id="5" creationId="{3CA41B1E-C7E8-2AD2-F061-1309400D848E}"/>
          </ac:picMkLst>
        </pc:picChg>
      </pc:sldChg>
      <pc:sldChg chg="addSp delSp modSp new mod setBg">
        <pc:chgData name="Hunter Bartlett" userId="cbf17650-2326-4151-9551-5062c83f5ca3" providerId="ADAL" clId="{A8ED9588-72CB-431E-8FF0-80C39D5F9BE2}" dt="2025-11-11T18:34:45.509" v="144" actId="26606"/>
        <pc:sldMkLst>
          <pc:docMk/>
          <pc:sldMk cId="3639838244" sldId="265"/>
        </pc:sldMkLst>
        <pc:spChg chg="mod">
          <ac:chgData name="Hunter Bartlett" userId="cbf17650-2326-4151-9551-5062c83f5ca3" providerId="ADAL" clId="{A8ED9588-72CB-431E-8FF0-80C39D5F9BE2}" dt="2025-11-11T18:34:45.509" v="144" actId="26606"/>
          <ac:spMkLst>
            <pc:docMk/>
            <pc:sldMk cId="3639838244" sldId="265"/>
            <ac:spMk id="2" creationId="{30813258-E78A-43D3-295F-B8F181DDE555}"/>
          </ac:spMkLst>
        </pc:spChg>
        <pc:spChg chg="del">
          <ac:chgData name="Hunter Bartlett" userId="cbf17650-2326-4151-9551-5062c83f5ca3" providerId="ADAL" clId="{A8ED9588-72CB-431E-8FF0-80C39D5F9BE2}" dt="2025-11-11T14:21:19.044" v="64" actId="22"/>
          <ac:spMkLst>
            <pc:docMk/>
            <pc:sldMk cId="3639838244" sldId="265"/>
            <ac:spMk id="3" creationId="{9FE2BA18-A054-4FF3-FA2E-356580D93E7D}"/>
          </ac:spMkLst>
        </pc:spChg>
        <pc:spChg chg="add">
          <ac:chgData name="Hunter Bartlett" userId="cbf17650-2326-4151-9551-5062c83f5ca3" providerId="ADAL" clId="{A8ED9588-72CB-431E-8FF0-80C39D5F9BE2}" dt="2025-11-11T18:34:45.509" v="144" actId="26606"/>
          <ac:spMkLst>
            <pc:docMk/>
            <pc:sldMk cId="3639838244" sldId="265"/>
            <ac:spMk id="10" creationId="{D4771268-CB57-404A-9271-370EB28F6090}"/>
          </ac:spMkLst>
        </pc:spChg>
        <pc:picChg chg="add mod ord">
          <ac:chgData name="Hunter Bartlett" userId="cbf17650-2326-4151-9551-5062c83f5ca3" providerId="ADAL" clId="{A8ED9588-72CB-431E-8FF0-80C39D5F9BE2}" dt="2025-11-11T18:34:45.509" v="144" actId="26606"/>
          <ac:picMkLst>
            <pc:docMk/>
            <pc:sldMk cId="3639838244" sldId="265"/>
            <ac:picMk id="5" creationId="{BCEE8159-7206-6D79-5077-269D885A63B4}"/>
          </ac:picMkLst>
        </pc:picChg>
      </pc:sldChg>
      <pc:sldChg chg="addSp delSp modSp new mod setBg">
        <pc:chgData name="Hunter Bartlett" userId="cbf17650-2326-4151-9551-5062c83f5ca3" providerId="ADAL" clId="{A8ED9588-72CB-431E-8FF0-80C39D5F9BE2}" dt="2025-11-11T18:34:52.176" v="145" actId="26606"/>
        <pc:sldMkLst>
          <pc:docMk/>
          <pc:sldMk cId="4003218038" sldId="266"/>
        </pc:sldMkLst>
        <pc:spChg chg="mod">
          <ac:chgData name="Hunter Bartlett" userId="cbf17650-2326-4151-9551-5062c83f5ca3" providerId="ADAL" clId="{A8ED9588-72CB-431E-8FF0-80C39D5F9BE2}" dt="2025-11-11T18:34:52.176" v="145" actId="26606"/>
          <ac:spMkLst>
            <pc:docMk/>
            <pc:sldMk cId="4003218038" sldId="266"/>
            <ac:spMk id="2" creationId="{24F37BE3-146B-6E9A-2D07-49C672343DD2}"/>
          </ac:spMkLst>
        </pc:spChg>
        <pc:spChg chg="del">
          <ac:chgData name="Hunter Bartlett" userId="cbf17650-2326-4151-9551-5062c83f5ca3" providerId="ADAL" clId="{A8ED9588-72CB-431E-8FF0-80C39D5F9BE2}" dt="2025-11-11T14:22:10.222" v="68" actId="478"/>
          <ac:spMkLst>
            <pc:docMk/>
            <pc:sldMk cId="4003218038" sldId="266"/>
            <ac:spMk id="3" creationId="{365E7A79-D59B-B797-99B6-233501D186B4}"/>
          </ac:spMkLst>
        </pc:spChg>
        <pc:spChg chg="add">
          <ac:chgData name="Hunter Bartlett" userId="cbf17650-2326-4151-9551-5062c83f5ca3" providerId="ADAL" clId="{A8ED9588-72CB-431E-8FF0-80C39D5F9BE2}" dt="2025-11-11T18:34:52.176" v="145" actId="26606"/>
          <ac:spMkLst>
            <pc:docMk/>
            <pc:sldMk cId="4003218038" sldId="266"/>
            <ac:spMk id="12" creationId="{932495F0-C5CB-4823-AE70-EED61EBAB1BD}"/>
          </ac:spMkLst>
        </pc:spChg>
        <pc:spChg chg="add">
          <ac:chgData name="Hunter Bartlett" userId="cbf17650-2326-4151-9551-5062c83f5ca3" providerId="ADAL" clId="{A8ED9588-72CB-431E-8FF0-80C39D5F9BE2}" dt="2025-11-11T18:34:52.176" v="145" actId="26606"/>
          <ac:spMkLst>
            <pc:docMk/>
            <pc:sldMk cId="4003218038" sldId="266"/>
            <ac:spMk id="14" creationId="{CB8B9C25-D80D-48EC-B83A-231219A80C3F}"/>
          </ac:spMkLst>
        </pc:spChg>
        <pc:spChg chg="add">
          <ac:chgData name="Hunter Bartlett" userId="cbf17650-2326-4151-9551-5062c83f5ca3" providerId="ADAL" clId="{A8ED9588-72CB-431E-8FF0-80C39D5F9BE2}" dt="2025-11-11T18:34:52.176" v="145" actId="26606"/>
          <ac:spMkLst>
            <pc:docMk/>
            <pc:sldMk cId="4003218038" sldId="266"/>
            <ac:spMk id="16" creationId="{601CC70B-8875-45A1-8AFD-7D546E3C0C16}"/>
          </ac:spMkLst>
        </pc:spChg>
        <pc:picChg chg="add mod ord">
          <ac:chgData name="Hunter Bartlett" userId="cbf17650-2326-4151-9551-5062c83f5ca3" providerId="ADAL" clId="{A8ED9588-72CB-431E-8FF0-80C39D5F9BE2}" dt="2025-11-11T18:34:52.176" v="145" actId="26606"/>
          <ac:picMkLst>
            <pc:docMk/>
            <pc:sldMk cId="4003218038" sldId="266"/>
            <ac:picMk id="5" creationId="{1888830A-FDC0-7CCD-07B0-D49EF2C17491}"/>
          </ac:picMkLst>
        </pc:picChg>
        <pc:picChg chg="add mod">
          <ac:chgData name="Hunter Bartlett" userId="cbf17650-2326-4151-9551-5062c83f5ca3" providerId="ADAL" clId="{A8ED9588-72CB-431E-8FF0-80C39D5F9BE2}" dt="2025-11-11T18:34:52.176" v="145" actId="26606"/>
          <ac:picMkLst>
            <pc:docMk/>
            <pc:sldMk cId="4003218038" sldId="266"/>
            <ac:picMk id="7" creationId="{D26BA694-C69B-E90C-5DDB-83E8D15C0754}"/>
          </ac:picMkLst>
        </pc:picChg>
      </pc:sldChg>
      <pc:sldChg chg="addSp delSp modSp new mod setBg">
        <pc:chgData name="Hunter Bartlett" userId="cbf17650-2326-4151-9551-5062c83f5ca3" providerId="ADAL" clId="{A8ED9588-72CB-431E-8FF0-80C39D5F9BE2}" dt="2025-11-11T18:34:56.123" v="146" actId="26606"/>
        <pc:sldMkLst>
          <pc:docMk/>
          <pc:sldMk cId="869829248" sldId="267"/>
        </pc:sldMkLst>
        <pc:spChg chg="mod">
          <ac:chgData name="Hunter Bartlett" userId="cbf17650-2326-4151-9551-5062c83f5ca3" providerId="ADAL" clId="{A8ED9588-72CB-431E-8FF0-80C39D5F9BE2}" dt="2025-11-11T18:34:56.123" v="146" actId="26606"/>
          <ac:spMkLst>
            <pc:docMk/>
            <pc:sldMk cId="869829248" sldId="267"/>
            <ac:spMk id="2" creationId="{4E5C331D-9B72-0175-121E-153B11DDA825}"/>
          </ac:spMkLst>
        </pc:spChg>
        <pc:spChg chg="del">
          <ac:chgData name="Hunter Bartlett" userId="cbf17650-2326-4151-9551-5062c83f5ca3" providerId="ADAL" clId="{A8ED9588-72CB-431E-8FF0-80C39D5F9BE2}" dt="2025-11-11T14:22:34.594" v="76" actId="478"/>
          <ac:spMkLst>
            <pc:docMk/>
            <pc:sldMk cId="869829248" sldId="267"/>
            <ac:spMk id="3" creationId="{99052705-82F7-CE44-8298-E50E5040A354}"/>
          </ac:spMkLst>
        </pc:spChg>
        <pc:spChg chg="add">
          <ac:chgData name="Hunter Bartlett" userId="cbf17650-2326-4151-9551-5062c83f5ca3" providerId="ADAL" clId="{A8ED9588-72CB-431E-8FF0-80C39D5F9BE2}" dt="2025-11-11T18:34:56.123" v="146" actId="26606"/>
          <ac:spMkLst>
            <pc:docMk/>
            <pc:sldMk cId="869829248" sldId="267"/>
            <ac:spMk id="12" creationId="{932495F0-C5CB-4823-AE70-EED61EBAB1BD}"/>
          </ac:spMkLst>
        </pc:spChg>
        <pc:spChg chg="add">
          <ac:chgData name="Hunter Bartlett" userId="cbf17650-2326-4151-9551-5062c83f5ca3" providerId="ADAL" clId="{A8ED9588-72CB-431E-8FF0-80C39D5F9BE2}" dt="2025-11-11T18:34:56.123" v="146" actId="26606"/>
          <ac:spMkLst>
            <pc:docMk/>
            <pc:sldMk cId="869829248" sldId="267"/>
            <ac:spMk id="14" creationId="{CB8B9C25-D80D-48EC-B83A-231219A80C3F}"/>
          </ac:spMkLst>
        </pc:spChg>
        <pc:spChg chg="add">
          <ac:chgData name="Hunter Bartlett" userId="cbf17650-2326-4151-9551-5062c83f5ca3" providerId="ADAL" clId="{A8ED9588-72CB-431E-8FF0-80C39D5F9BE2}" dt="2025-11-11T18:34:56.123" v="146" actId="26606"/>
          <ac:spMkLst>
            <pc:docMk/>
            <pc:sldMk cId="869829248" sldId="267"/>
            <ac:spMk id="16" creationId="{601CC70B-8875-45A1-8AFD-7D546E3C0C16}"/>
          </ac:spMkLst>
        </pc:spChg>
        <pc:picChg chg="add mod ord">
          <ac:chgData name="Hunter Bartlett" userId="cbf17650-2326-4151-9551-5062c83f5ca3" providerId="ADAL" clId="{A8ED9588-72CB-431E-8FF0-80C39D5F9BE2}" dt="2025-11-11T18:34:56.123" v="146" actId="26606"/>
          <ac:picMkLst>
            <pc:docMk/>
            <pc:sldMk cId="869829248" sldId="267"/>
            <ac:picMk id="5" creationId="{22E0F608-CB21-9EE9-035D-FEC72647C81A}"/>
          </ac:picMkLst>
        </pc:picChg>
        <pc:picChg chg="add mod ord">
          <ac:chgData name="Hunter Bartlett" userId="cbf17650-2326-4151-9551-5062c83f5ca3" providerId="ADAL" clId="{A8ED9588-72CB-431E-8FF0-80C39D5F9BE2}" dt="2025-11-11T18:34:56.123" v="146" actId="26606"/>
          <ac:picMkLst>
            <pc:docMk/>
            <pc:sldMk cId="869829248" sldId="267"/>
            <ac:picMk id="7" creationId="{D271E0D4-FFDD-223E-8D19-C1DB14624929}"/>
          </ac:picMkLst>
        </pc:picChg>
      </pc:sldChg>
      <pc:sldChg chg="addSp delSp modSp new mod setBg">
        <pc:chgData name="Hunter Bartlett" userId="cbf17650-2326-4151-9551-5062c83f5ca3" providerId="ADAL" clId="{A8ED9588-72CB-431E-8FF0-80C39D5F9BE2}" dt="2025-11-11T18:34:58.825" v="147" actId="26606"/>
        <pc:sldMkLst>
          <pc:docMk/>
          <pc:sldMk cId="2110881151" sldId="268"/>
        </pc:sldMkLst>
        <pc:spChg chg="mod">
          <ac:chgData name="Hunter Bartlett" userId="cbf17650-2326-4151-9551-5062c83f5ca3" providerId="ADAL" clId="{A8ED9588-72CB-431E-8FF0-80C39D5F9BE2}" dt="2025-11-11T18:34:58.825" v="147" actId="26606"/>
          <ac:spMkLst>
            <pc:docMk/>
            <pc:sldMk cId="2110881151" sldId="268"/>
            <ac:spMk id="2" creationId="{9AA9CFC8-2D2B-DAC4-D17F-1F9A570B1FEC}"/>
          </ac:spMkLst>
        </pc:spChg>
        <pc:spChg chg="del">
          <ac:chgData name="Hunter Bartlett" userId="cbf17650-2326-4151-9551-5062c83f5ca3" providerId="ADAL" clId="{A8ED9588-72CB-431E-8FF0-80C39D5F9BE2}" dt="2025-11-11T14:26:46.330" v="93" actId="478"/>
          <ac:spMkLst>
            <pc:docMk/>
            <pc:sldMk cId="2110881151" sldId="268"/>
            <ac:spMk id="3" creationId="{88632E62-8D73-765D-B798-F752B5F08EBF}"/>
          </ac:spMkLst>
        </pc:spChg>
        <pc:spChg chg="add del">
          <ac:chgData name="Hunter Bartlett" userId="cbf17650-2326-4151-9551-5062c83f5ca3" providerId="ADAL" clId="{A8ED9588-72CB-431E-8FF0-80C39D5F9BE2}" dt="2025-11-11T14:27:01.655" v="96" actId="478"/>
          <ac:spMkLst>
            <pc:docMk/>
            <pc:sldMk cId="2110881151" sldId="268"/>
            <ac:spMk id="7" creationId="{49C33B14-5375-FD2A-6A99-24A2AACF0C29}"/>
          </ac:spMkLst>
        </pc:spChg>
        <pc:spChg chg="add">
          <ac:chgData name="Hunter Bartlett" userId="cbf17650-2326-4151-9551-5062c83f5ca3" providerId="ADAL" clId="{A8ED9588-72CB-431E-8FF0-80C39D5F9BE2}" dt="2025-11-11T18:34:58.825" v="147" actId="26606"/>
          <ac:spMkLst>
            <pc:docMk/>
            <pc:sldMk cId="2110881151" sldId="268"/>
            <ac:spMk id="10" creationId="{D4771268-CB57-404A-9271-370EB28F6090}"/>
          </ac:spMkLst>
        </pc:spChg>
        <pc:picChg chg="add mod">
          <ac:chgData name="Hunter Bartlett" userId="cbf17650-2326-4151-9551-5062c83f5ca3" providerId="ADAL" clId="{A8ED9588-72CB-431E-8FF0-80C39D5F9BE2}" dt="2025-11-11T18:34:58.825" v="147" actId="26606"/>
          <ac:picMkLst>
            <pc:docMk/>
            <pc:sldMk cId="2110881151" sldId="268"/>
            <ac:picMk id="5" creationId="{3C483DF3-6D73-F72E-D967-D6241130F44E}"/>
          </ac:picMkLst>
        </pc:picChg>
      </pc:sldChg>
      <pc:sldChg chg="addSp delSp modSp new mod setBg">
        <pc:chgData name="Hunter Bartlett" userId="cbf17650-2326-4151-9551-5062c83f5ca3" providerId="ADAL" clId="{A8ED9588-72CB-431E-8FF0-80C39D5F9BE2}" dt="2025-11-11T18:35:03.531" v="148" actId="26606"/>
        <pc:sldMkLst>
          <pc:docMk/>
          <pc:sldMk cId="622415453" sldId="269"/>
        </pc:sldMkLst>
        <pc:spChg chg="mod">
          <ac:chgData name="Hunter Bartlett" userId="cbf17650-2326-4151-9551-5062c83f5ca3" providerId="ADAL" clId="{A8ED9588-72CB-431E-8FF0-80C39D5F9BE2}" dt="2025-11-11T18:35:03.531" v="148" actId="26606"/>
          <ac:spMkLst>
            <pc:docMk/>
            <pc:sldMk cId="622415453" sldId="269"/>
            <ac:spMk id="2" creationId="{A9806925-217F-4ED7-85DC-C1C28D137631}"/>
          </ac:spMkLst>
        </pc:spChg>
        <pc:spChg chg="del">
          <ac:chgData name="Hunter Bartlett" userId="cbf17650-2326-4151-9551-5062c83f5ca3" providerId="ADAL" clId="{A8ED9588-72CB-431E-8FF0-80C39D5F9BE2}" dt="2025-11-11T14:27:48.627" v="104" actId="478"/>
          <ac:spMkLst>
            <pc:docMk/>
            <pc:sldMk cId="622415453" sldId="269"/>
            <ac:spMk id="3" creationId="{3B34E5A5-7D4A-17DD-3392-A42EE5C9DFDF}"/>
          </ac:spMkLst>
        </pc:spChg>
        <pc:spChg chg="add">
          <ac:chgData name="Hunter Bartlett" userId="cbf17650-2326-4151-9551-5062c83f5ca3" providerId="ADAL" clId="{A8ED9588-72CB-431E-8FF0-80C39D5F9BE2}" dt="2025-11-11T18:35:03.531" v="148" actId="26606"/>
          <ac:spMkLst>
            <pc:docMk/>
            <pc:sldMk cId="622415453" sldId="269"/>
            <ac:spMk id="10" creationId="{D4771268-CB57-404A-9271-370EB28F6090}"/>
          </ac:spMkLst>
        </pc:spChg>
        <pc:picChg chg="add mod">
          <ac:chgData name="Hunter Bartlett" userId="cbf17650-2326-4151-9551-5062c83f5ca3" providerId="ADAL" clId="{A8ED9588-72CB-431E-8FF0-80C39D5F9BE2}" dt="2025-11-11T18:35:03.531" v="148" actId="26606"/>
          <ac:picMkLst>
            <pc:docMk/>
            <pc:sldMk cId="622415453" sldId="269"/>
            <ac:picMk id="5" creationId="{41DA303F-F406-B82C-0409-564650C83C59}"/>
          </ac:picMkLst>
        </pc:picChg>
      </pc:sldChg>
      <pc:sldChg chg="addSp delSp modSp new mod setBg">
        <pc:chgData name="Hunter Bartlett" userId="cbf17650-2326-4151-9551-5062c83f5ca3" providerId="ADAL" clId="{A8ED9588-72CB-431E-8FF0-80C39D5F9BE2}" dt="2025-11-11T18:35:10.769" v="149" actId="26606"/>
        <pc:sldMkLst>
          <pc:docMk/>
          <pc:sldMk cId="3282567657" sldId="270"/>
        </pc:sldMkLst>
        <pc:spChg chg="mod">
          <ac:chgData name="Hunter Bartlett" userId="cbf17650-2326-4151-9551-5062c83f5ca3" providerId="ADAL" clId="{A8ED9588-72CB-431E-8FF0-80C39D5F9BE2}" dt="2025-11-11T18:35:10.769" v="149" actId="26606"/>
          <ac:spMkLst>
            <pc:docMk/>
            <pc:sldMk cId="3282567657" sldId="270"/>
            <ac:spMk id="2" creationId="{F4008950-D661-91AD-CA75-0CB740B7674B}"/>
          </ac:spMkLst>
        </pc:spChg>
        <pc:spChg chg="del">
          <ac:chgData name="Hunter Bartlett" userId="cbf17650-2326-4151-9551-5062c83f5ca3" providerId="ADAL" clId="{A8ED9588-72CB-431E-8FF0-80C39D5F9BE2}" dt="2025-11-11T14:29:30.252" v="113" actId="478"/>
          <ac:spMkLst>
            <pc:docMk/>
            <pc:sldMk cId="3282567657" sldId="270"/>
            <ac:spMk id="3" creationId="{A5DC20DD-D041-0815-40AF-82DAD972DC58}"/>
          </ac:spMkLst>
        </pc:spChg>
        <pc:spChg chg="add">
          <ac:chgData name="Hunter Bartlett" userId="cbf17650-2326-4151-9551-5062c83f5ca3" providerId="ADAL" clId="{A8ED9588-72CB-431E-8FF0-80C39D5F9BE2}" dt="2025-11-11T18:35:10.769" v="149" actId="26606"/>
          <ac:spMkLst>
            <pc:docMk/>
            <pc:sldMk cId="3282567657" sldId="270"/>
            <ac:spMk id="12" creationId="{C4879EFC-8E62-4E00-973C-C45EE9EC676D}"/>
          </ac:spMkLst>
        </pc:spChg>
        <pc:spChg chg="add">
          <ac:chgData name="Hunter Bartlett" userId="cbf17650-2326-4151-9551-5062c83f5ca3" providerId="ADAL" clId="{A8ED9588-72CB-431E-8FF0-80C39D5F9BE2}" dt="2025-11-11T18:35:10.769" v="149" actId="26606"/>
          <ac:spMkLst>
            <pc:docMk/>
            <pc:sldMk cId="3282567657" sldId="270"/>
            <ac:spMk id="14" creationId="{D6A9C53F-5F90-40A5-8C85-5412D39C8C68}"/>
          </ac:spMkLst>
        </pc:spChg>
        <pc:picChg chg="add mod ord">
          <ac:chgData name="Hunter Bartlett" userId="cbf17650-2326-4151-9551-5062c83f5ca3" providerId="ADAL" clId="{A8ED9588-72CB-431E-8FF0-80C39D5F9BE2}" dt="2025-11-11T18:35:10.769" v="149" actId="26606"/>
          <ac:picMkLst>
            <pc:docMk/>
            <pc:sldMk cId="3282567657" sldId="270"/>
            <ac:picMk id="5" creationId="{4D9CFB9B-D637-D38B-B99D-A1104020E86F}"/>
          </ac:picMkLst>
        </pc:picChg>
        <pc:picChg chg="add mod">
          <ac:chgData name="Hunter Bartlett" userId="cbf17650-2326-4151-9551-5062c83f5ca3" providerId="ADAL" clId="{A8ED9588-72CB-431E-8FF0-80C39D5F9BE2}" dt="2025-11-11T18:35:10.769" v="149" actId="26606"/>
          <ac:picMkLst>
            <pc:docMk/>
            <pc:sldMk cId="3282567657" sldId="270"/>
            <ac:picMk id="7" creationId="{DC656A19-4B04-E2D7-3666-00B8B991CC6B}"/>
          </ac:picMkLst>
        </pc:picChg>
      </pc:sldChg>
      <pc:sldChg chg="addSp delSp modSp new mod setBg">
        <pc:chgData name="Hunter Bartlett" userId="cbf17650-2326-4151-9551-5062c83f5ca3" providerId="ADAL" clId="{A8ED9588-72CB-431E-8FF0-80C39D5F9BE2}" dt="2025-11-11T18:35:13.718" v="150" actId="26606"/>
        <pc:sldMkLst>
          <pc:docMk/>
          <pc:sldMk cId="2766493226" sldId="271"/>
        </pc:sldMkLst>
        <pc:spChg chg="mod">
          <ac:chgData name="Hunter Bartlett" userId="cbf17650-2326-4151-9551-5062c83f5ca3" providerId="ADAL" clId="{A8ED9588-72CB-431E-8FF0-80C39D5F9BE2}" dt="2025-11-11T18:35:13.718" v="150" actId="26606"/>
          <ac:spMkLst>
            <pc:docMk/>
            <pc:sldMk cId="2766493226" sldId="271"/>
            <ac:spMk id="2" creationId="{D8B1E792-FB31-E4C6-B129-1705731B8AC4}"/>
          </ac:spMkLst>
        </pc:spChg>
        <pc:spChg chg="del">
          <ac:chgData name="Hunter Bartlett" userId="cbf17650-2326-4151-9551-5062c83f5ca3" providerId="ADAL" clId="{A8ED9588-72CB-431E-8FF0-80C39D5F9BE2}" dt="2025-11-11T14:31:46.372" v="128" actId="478"/>
          <ac:spMkLst>
            <pc:docMk/>
            <pc:sldMk cId="2766493226" sldId="271"/>
            <ac:spMk id="3" creationId="{E7A87799-A73B-C5AC-8C63-53DECEF62A28}"/>
          </ac:spMkLst>
        </pc:spChg>
        <pc:spChg chg="add">
          <ac:chgData name="Hunter Bartlett" userId="cbf17650-2326-4151-9551-5062c83f5ca3" providerId="ADAL" clId="{A8ED9588-72CB-431E-8FF0-80C39D5F9BE2}" dt="2025-11-11T18:35:13.718" v="150" actId="26606"/>
          <ac:spMkLst>
            <pc:docMk/>
            <pc:sldMk cId="2766493226" sldId="271"/>
            <ac:spMk id="12" creationId="{C4879EFC-8E62-4E00-973C-C45EE9EC676D}"/>
          </ac:spMkLst>
        </pc:spChg>
        <pc:spChg chg="add">
          <ac:chgData name="Hunter Bartlett" userId="cbf17650-2326-4151-9551-5062c83f5ca3" providerId="ADAL" clId="{A8ED9588-72CB-431E-8FF0-80C39D5F9BE2}" dt="2025-11-11T18:35:13.718" v="150" actId="26606"/>
          <ac:spMkLst>
            <pc:docMk/>
            <pc:sldMk cId="2766493226" sldId="271"/>
            <ac:spMk id="14" creationId="{D6A9C53F-5F90-40A5-8C85-5412D39C8C68}"/>
          </ac:spMkLst>
        </pc:spChg>
        <pc:picChg chg="add mod">
          <ac:chgData name="Hunter Bartlett" userId="cbf17650-2326-4151-9551-5062c83f5ca3" providerId="ADAL" clId="{A8ED9588-72CB-431E-8FF0-80C39D5F9BE2}" dt="2025-11-11T18:35:13.718" v="150" actId="26606"/>
          <ac:picMkLst>
            <pc:docMk/>
            <pc:sldMk cId="2766493226" sldId="271"/>
            <ac:picMk id="5" creationId="{DF9FA99F-C2FE-34CD-88C4-5CF98AB09135}"/>
          </ac:picMkLst>
        </pc:picChg>
        <pc:picChg chg="add mod">
          <ac:chgData name="Hunter Bartlett" userId="cbf17650-2326-4151-9551-5062c83f5ca3" providerId="ADAL" clId="{A8ED9588-72CB-431E-8FF0-80C39D5F9BE2}" dt="2025-11-11T18:35:13.718" v="150" actId="26606"/>
          <ac:picMkLst>
            <pc:docMk/>
            <pc:sldMk cId="2766493226" sldId="271"/>
            <ac:picMk id="7" creationId="{7807AF7C-5C6E-8AB6-DFAA-5BBE648EB50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4CD09-0FEC-A7CA-2326-D1999151AB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BA6DD4-A53C-231C-CF69-ADEA423403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C6A653-2A59-FF2B-A9C6-88E10589FBEE}"/>
              </a:ext>
            </a:extLst>
          </p:cNvPr>
          <p:cNvSpPr>
            <a:spLocks noGrp="1"/>
          </p:cNvSpPr>
          <p:nvPr>
            <p:ph type="dt" sz="half" idx="10"/>
          </p:nvPr>
        </p:nvSpPr>
        <p:spPr/>
        <p:txBody>
          <a:bodyPr/>
          <a:lstStyle/>
          <a:p>
            <a:fld id="{203D84CB-9372-4237-93C5-FFA6A6D9DB52}" type="datetimeFigureOut">
              <a:rPr lang="en-US" smtClean="0"/>
              <a:t>11/11/2025</a:t>
            </a:fld>
            <a:endParaRPr lang="en-US"/>
          </a:p>
        </p:txBody>
      </p:sp>
      <p:sp>
        <p:nvSpPr>
          <p:cNvPr id="5" name="Footer Placeholder 4">
            <a:extLst>
              <a:ext uri="{FF2B5EF4-FFF2-40B4-BE49-F238E27FC236}">
                <a16:creationId xmlns:a16="http://schemas.microsoft.com/office/drawing/2014/main" id="{F7AEE9FB-00A9-42E5-EA6D-3304D74038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CD0AE1-5693-D839-21F8-73B167ED4FF4}"/>
              </a:ext>
            </a:extLst>
          </p:cNvPr>
          <p:cNvSpPr>
            <a:spLocks noGrp="1"/>
          </p:cNvSpPr>
          <p:nvPr>
            <p:ph type="sldNum" sz="quarter" idx="12"/>
          </p:nvPr>
        </p:nvSpPr>
        <p:spPr/>
        <p:txBody>
          <a:bodyPr/>
          <a:lstStyle/>
          <a:p>
            <a:fld id="{A1367C6A-774F-485E-B653-39A686736B70}" type="slidenum">
              <a:rPr lang="en-US" smtClean="0"/>
              <a:t>‹#›</a:t>
            </a:fld>
            <a:endParaRPr lang="en-US"/>
          </a:p>
        </p:txBody>
      </p:sp>
    </p:spTree>
    <p:extLst>
      <p:ext uri="{BB962C8B-B14F-4D97-AF65-F5344CB8AC3E}">
        <p14:creationId xmlns:p14="http://schemas.microsoft.com/office/powerpoint/2010/main" val="3775671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68B47-4B13-C724-ED95-1D1E7EC7B5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861144-40E0-4475-7722-46E5DB8CBB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73B74-491F-BA6E-108E-CDCF174D7C1D}"/>
              </a:ext>
            </a:extLst>
          </p:cNvPr>
          <p:cNvSpPr>
            <a:spLocks noGrp="1"/>
          </p:cNvSpPr>
          <p:nvPr>
            <p:ph type="dt" sz="half" idx="10"/>
          </p:nvPr>
        </p:nvSpPr>
        <p:spPr/>
        <p:txBody>
          <a:bodyPr/>
          <a:lstStyle/>
          <a:p>
            <a:fld id="{203D84CB-9372-4237-93C5-FFA6A6D9DB52}" type="datetimeFigureOut">
              <a:rPr lang="en-US" smtClean="0"/>
              <a:t>11/11/2025</a:t>
            </a:fld>
            <a:endParaRPr lang="en-US"/>
          </a:p>
        </p:txBody>
      </p:sp>
      <p:sp>
        <p:nvSpPr>
          <p:cNvPr id="5" name="Footer Placeholder 4">
            <a:extLst>
              <a:ext uri="{FF2B5EF4-FFF2-40B4-BE49-F238E27FC236}">
                <a16:creationId xmlns:a16="http://schemas.microsoft.com/office/drawing/2014/main" id="{5ED6AFDE-5301-A95D-E9DD-F4EC00D840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39A954-13C1-508B-BE84-F920D401DD16}"/>
              </a:ext>
            </a:extLst>
          </p:cNvPr>
          <p:cNvSpPr>
            <a:spLocks noGrp="1"/>
          </p:cNvSpPr>
          <p:nvPr>
            <p:ph type="sldNum" sz="quarter" idx="12"/>
          </p:nvPr>
        </p:nvSpPr>
        <p:spPr/>
        <p:txBody>
          <a:bodyPr/>
          <a:lstStyle/>
          <a:p>
            <a:fld id="{A1367C6A-774F-485E-B653-39A686736B70}" type="slidenum">
              <a:rPr lang="en-US" smtClean="0"/>
              <a:t>‹#›</a:t>
            </a:fld>
            <a:endParaRPr lang="en-US"/>
          </a:p>
        </p:txBody>
      </p:sp>
    </p:spTree>
    <p:extLst>
      <p:ext uri="{BB962C8B-B14F-4D97-AF65-F5344CB8AC3E}">
        <p14:creationId xmlns:p14="http://schemas.microsoft.com/office/powerpoint/2010/main" val="420587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D8D61-CA05-FFBE-5FBB-39CCE8308B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928B65-AAA3-868B-3A92-8C72379B68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032CA6-675F-CE2A-E838-9BDCFF6FB22C}"/>
              </a:ext>
            </a:extLst>
          </p:cNvPr>
          <p:cNvSpPr>
            <a:spLocks noGrp="1"/>
          </p:cNvSpPr>
          <p:nvPr>
            <p:ph type="dt" sz="half" idx="10"/>
          </p:nvPr>
        </p:nvSpPr>
        <p:spPr/>
        <p:txBody>
          <a:bodyPr/>
          <a:lstStyle/>
          <a:p>
            <a:fld id="{203D84CB-9372-4237-93C5-FFA6A6D9DB52}" type="datetimeFigureOut">
              <a:rPr lang="en-US" smtClean="0"/>
              <a:t>11/11/2025</a:t>
            </a:fld>
            <a:endParaRPr lang="en-US"/>
          </a:p>
        </p:txBody>
      </p:sp>
      <p:sp>
        <p:nvSpPr>
          <p:cNvPr id="5" name="Footer Placeholder 4">
            <a:extLst>
              <a:ext uri="{FF2B5EF4-FFF2-40B4-BE49-F238E27FC236}">
                <a16:creationId xmlns:a16="http://schemas.microsoft.com/office/drawing/2014/main" id="{7AE02403-F0E0-B08F-A303-C7A3EFA3D6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E44BA4-C85C-9010-DFB0-D1C5431E2854}"/>
              </a:ext>
            </a:extLst>
          </p:cNvPr>
          <p:cNvSpPr>
            <a:spLocks noGrp="1"/>
          </p:cNvSpPr>
          <p:nvPr>
            <p:ph type="sldNum" sz="quarter" idx="12"/>
          </p:nvPr>
        </p:nvSpPr>
        <p:spPr/>
        <p:txBody>
          <a:bodyPr/>
          <a:lstStyle/>
          <a:p>
            <a:fld id="{A1367C6A-774F-485E-B653-39A686736B70}" type="slidenum">
              <a:rPr lang="en-US" smtClean="0"/>
              <a:t>‹#›</a:t>
            </a:fld>
            <a:endParaRPr lang="en-US"/>
          </a:p>
        </p:txBody>
      </p:sp>
    </p:spTree>
    <p:extLst>
      <p:ext uri="{BB962C8B-B14F-4D97-AF65-F5344CB8AC3E}">
        <p14:creationId xmlns:p14="http://schemas.microsoft.com/office/powerpoint/2010/main" val="2012438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2308A-5613-C4F4-09F9-43945C4F5D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1DE20A-B8F1-5862-648D-B21865733B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3B306C-6CA3-27CA-1119-61D9C2B02B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89B729-0187-24D2-0111-662AF9D824FF}"/>
              </a:ext>
            </a:extLst>
          </p:cNvPr>
          <p:cNvSpPr>
            <a:spLocks noGrp="1"/>
          </p:cNvSpPr>
          <p:nvPr>
            <p:ph type="dt" sz="half" idx="10"/>
          </p:nvPr>
        </p:nvSpPr>
        <p:spPr/>
        <p:txBody>
          <a:bodyPr/>
          <a:lstStyle/>
          <a:p>
            <a:fld id="{203D84CB-9372-4237-93C5-FFA6A6D9DB52}" type="datetimeFigureOut">
              <a:rPr lang="en-US" smtClean="0"/>
              <a:t>11/11/2025</a:t>
            </a:fld>
            <a:endParaRPr lang="en-US"/>
          </a:p>
        </p:txBody>
      </p:sp>
      <p:sp>
        <p:nvSpPr>
          <p:cNvPr id="6" name="Footer Placeholder 5">
            <a:extLst>
              <a:ext uri="{FF2B5EF4-FFF2-40B4-BE49-F238E27FC236}">
                <a16:creationId xmlns:a16="http://schemas.microsoft.com/office/drawing/2014/main" id="{F1E6899E-DB76-8AE8-75BC-138C344B52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31DFA5-35A6-EA94-BD1A-450EE96A8040}"/>
              </a:ext>
            </a:extLst>
          </p:cNvPr>
          <p:cNvSpPr>
            <a:spLocks noGrp="1"/>
          </p:cNvSpPr>
          <p:nvPr>
            <p:ph type="sldNum" sz="quarter" idx="12"/>
          </p:nvPr>
        </p:nvSpPr>
        <p:spPr/>
        <p:txBody>
          <a:bodyPr/>
          <a:lstStyle/>
          <a:p>
            <a:fld id="{A1367C6A-774F-485E-B653-39A686736B70}" type="slidenum">
              <a:rPr lang="en-US" smtClean="0"/>
              <a:t>‹#›</a:t>
            </a:fld>
            <a:endParaRPr lang="en-US"/>
          </a:p>
        </p:txBody>
      </p:sp>
    </p:spTree>
    <p:extLst>
      <p:ext uri="{BB962C8B-B14F-4D97-AF65-F5344CB8AC3E}">
        <p14:creationId xmlns:p14="http://schemas.microsoft.com/office/powerpoint/2010/main" val="1070531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177BB-E00F-4798-BB24-249B8AB55F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C3073E-38E7-0D25-4533-4313E6393B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0BD8E5-EA90-6157-3FFC-DCA822DA1E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FD9683-78B6-D3B3-9C65-EEE296E39B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AD63E6-AB1C-3626-4CC6-970CB07AFC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59F508-3E69-BC63-01F7-08D1CE4EAB80}"/>
              </a:ext>
            </a:extLst>
          </p:cNvPr>
          <p:cNvSpPr>
            <a:spLocks noGrp="1"/>
          </p:cNvSpPr>
          <p:nvPr>
            <p:ph type="dt" sz="half" idx="10"/>
          </p:nvPr>
        </p:nvSpPr>
        <p:spPr/>
        <p:txBody>
          <a:bodyPr/>
          <a:lstStyle/>
          <a:p>
            <a:fld id="{203D84CB-9372-4237-93C5-FFA6A6D9DB52}" type="datetimeFigureOut">
              <a:rPr lang="en-US" smtClean="0"/>
              <a:t>11/11/2025</a:t>
            </a:fld>
            <a:endParaRPr lang="en-US"/>
          </a:p>
        </p:txBody>
      </p:sp>
      <p:sp>
        <p:nvSpPr>
          <p:cNvPr id="8" name="Footer Placeholder 7">
            <a:extLst>
              <a:ext uri="{FF2B5EF4-FFF2-40B4-BE49-F238E27FC236}">
                <a16:creationId xmlns:a16="http://schemas.microsoft.com/office/drawing/2014/main" id="{75B318F5-D946-7E43-AB70-A1E513A10F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9F981F-2488-61D6-571F-E8203C253755}"/>
              </a:ext>
            </a:extLst>
          </p:cNvPr>
          <p:cNvSpPr>
            <a:spLocks noGrp="1"/>
          </p:cNvSpPr>
          <p:nvPr>
            <p:ph type="sldNum" sz="quarter" idx="12"/>
          </p:nvPr>
        </p:nvSpPr>
        <p:spPr/>
        <p:txBody>
          <a:bodyPr/>
          <a:lstStyle/>
          <a:p>
            <a:fld id="{A1367C6A-774F-485E-B653-39A686736B70}" type="slidenum">
              <a:rPr lang="en-US" smtClean="0"/>
              <a:t>‹#›</a:t>
            </a:fld>
            <a:endParaRPr lang="en-US"/>
          </a:p>
        </p:txBody>
      </p:sp>
    </p:spTree>
    <p:extLst>
      <p:ext uri="{BB962C8B-B14F-4D97-AF65-F5344CB8AC3E}">
        <p14:creationId xmlns:p14="http://schemas.microsoft.com/office/powerpoint/2010/main" val="1426627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C415B-E0AB-97A9-F28C-42470915B1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8B9B10-F6C9-BD6C-031C-4BD57B208A56}"/>
              </a:ext>
            </a:extLst>
          </p:cNvPr>
          <p:cNvSpPr>
            <a:spLocks noGrp="1"/>
          </p:cNvSpPr>
          <p:nvPr>
            <p:ph type="dt" sz="half" idx="10"/>
          </p:nvPr>
        </p:nvSpPr>
        <p:spPr/>
        <p:txBody>
          <a:bodyPr/>
          <a:lstStyle/>
          <a:p>
            <a:fld id="{203D84CB-9372-4237-93C5-FFA6A6D9DB52}" type="datetimeFigureOut">
              <a:rPr lang="en-US" smtClean="0"/>
              <a:t>11/11/2025</a:t>
            </a:fld>
            <a:endParaRPr lang="en-US"/>
          </a:p>
        </p:txBody>
      </p:sp>
      <p:sp>
        <p:nvSpPr>
          <p:cNvPr id="4" name="Footer Placeholder 3">
            <a:extLst>
              <a:ext uri="{FF2B5EF4-FFF2-40B4-BE49-F238E27FC236}">
                <a16:creationId xmlns:a16="http://schemas.microsoft.com/office/drawing/2014/main" id="{193D589F-0050-605A-0249-4AE90325C4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3D9A2E-F4D8-9703-7A19-A3B82BCD7D6E}"/>
              </a:ext>
            </a:extLst>
          </p:cNvPr>
          <p:cNvSpPr>
            <a:spLocks noGrp="1"/>
          </p:cNvSpPr>
          <p:nvPr>
            <p:ph type="sldNum" sz="quarter" idx="12"/>
          </p:nvPr>
        </p:nvSpPr>
        <p:spPr/>
        <p:txBody>
          <a:bodyPr/>
          <a:lstStyle/>
          <a:p>
            <a:fld id="{A1367C6A-774F-485E-B653-39A686736B70}" type="slidenum">
              <a:rPr lang="en-US" smtClean="0"/>
              <a:t>‹#›</a:t>
            </a:fld>
            <a:endParaRPr lang="en-US"/>
          </a:p>
        </p:txBody>
      </p:sp>
    </p:spTree>
    <p:extLst>
      <p:ext uri="{BB962C8B-B14F-4D97-AF65-F5344CB8AC3E}">
        <p14:creationId xmlns:p14="http://schemas.microsoft.com/office/powerpoint/2010/main" val="2170370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7F45A9-CEEB-7297-8022-C92C0C9BB339}"/>
              </a:ext>
            </a:extLst>
          </p:cNvPr>
          <p:cNvSpPr>
            <a:spLocks noGrp="1"/>
          </p:cNvSpPr>
          <p:nvPr>
            <p:ph type="dt" sz="half" idx="10"/>
          </p:nvPr>
        </p:nvSpPr>
        <p:spPr/>
        <p:txBody>
          <a:bodyPr/>
          <a:lstStyle/>
          <a:p>
            <a:fld id="{203D84CB-9372-4237-93C5-FFA6A6D9DB52}" type="datetimeFigureOut">
              <a:rPr lang="en-US" smtClean="0"/>
              <a:t>11/11/2025</a:t>
            </a:fld>
            <a:endParaRPr lang="en-US"/>
          </a:p>
        </p:txBody>
      </p:sp>
      <p:sp>
        <p:nvSpPr>
          <p:cNvPr id="3" name="Footer Placeholder 2">
            <a:extLst>
              <a:ext uri="{FF2B5EF4-FFF2-40B4-BE49-F238E27FC236}">
                <a16:creationId xmlns:a16="http://schemas.microsoft.com/office/drawing/2014/main" id="{4FD59285-D7B6-ADCE-DBFE-1BE900DC75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6BDB5A-B9DA-D63C-9271-1731A2C0910C}"/>
              </a:ext>
            </a:extLst>
          </p:cNvPr>
          <p:cNvSpPr>
            <a:spLocks noGrp="1"/>
          </p:cNvSpPr>
          <p:nvPr>
            <p:ph type="sldNum" sz="quarter" idx="12"/>
          </p:nvPr>
        </p:nvSpPr>
        <p:spPr/>
        <p:txBody>
          <a:bodyPr/>
          <a:lstStyle/>
          <a:p>
            <a:fld id="{A1367C6A-774F-485E-B653-39A686736B70}" type="slidenum">
              <a:rPr lang="en-US" smtClean="0"/>
              <a:t>‹#›</a:t>
            </a:fld>
            <a:endParaRPr lang="en-US"/>
          </a:p>
        </p:txBody>
      </p:sp>
    </p:spTree>
    <p:extLst>
      <p:ext uri="{BB962C8B-B14F-4D97-AF65-F5344CB8AC3E}">
        <p14:creationId xmlns:p14="http://schemas.microsoft.com/office/powerpoint/2010/main" val="348516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21E72-4CB3-6175-94A8-E0FA5BB1FF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53E6F7-DD1F-1D1D-F668-A70C0E3366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56BE5E-0143-414A-940D-3B4CDCDC3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289666-8E0D-BA4D-AD78-7EFBE2B6C4B7}"/>
              </a:ext>
            </a:extLst>
          </p:cNvPr>
          <p:cNvSpPr>
            <a:spLocks noGrp="1"/>
          </p:cNvSpPr>
          <p:nvPr>
            <p:ph type="dt" sz="half" idx="10"/>
          </p:nvPr>
        </p:nvSpPr>
        <p:spPr/>
        <p:txBody>
          <a:bodyPr/>
          <a:lstStyle/>
          <a:p>
            <a:fld id="{203D84CB-9372-4237-93C5-FFA6A6D9DB52}" type="datetimeFigureOut">
              <a:rPr lang="en-US" smtClean="0"/>
              <a:t>11/11/2025</a:t>
            </a:fld>
            <a:endParaRPr lang="en-US"/>
          </a:p>
        </p:txBody>
      </p:sp>
      <p:sp>
        <p:nvSpPr>
          <p:cNvPr id="6" name="Footer Placeholder 5">
            <a:extLst>
              <a:ext uri="{FF2B5EF4-FFF2-40B4-BE49-F238E27FC236}">
                <a16:creationId xmlns:a16="http://schemas.microsoft.com/office/drawing/2014/main" id="{F0AD4613-BFDD-637A-F00E-0A776FBC04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86CB70-3344-4731-FF92-91BBA3DE2F15}"/>
              </a:ext>
            </a:extLst>
          </p:cNvPr>
          <p:cNvSpPr>
            <a:spLocks noGrp="1"/>
          </p:cNvSpPr>
          <p:nvPr>
            <p:ph type="sldNum" sz="quarter" idx="12"/>
          </p:nvPr>
        </p:nvSpPr>
        <p:spPr/>
        <p:txBody>
          <a:bodyPr/>
          <a:lstStyle/>
          <a:p>
            <a:fld id="{A1367C6A-774F-485E-B653-39A686736B70}" type="slidenum">
              <a:rPr lang="en-US" smtClean="0"/>
              <a:t>‹#›</a:t>
            </a:fld>
            <a:endParaRPr lang="en-US"/>
          </a:p>
        </p:txBody>
      </p:sp>
    </p:spTree>
    <p:extLst>
      <p:ext uri="{BB962C8B-B14F-4D97-AF65-F5344CB8AC3E}">
        <p14:creationId xmlns:p14="http://schemas.microsoft.com/office/powerpoint/2010/main" val="1407582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B833-7766-F66B-BF88-18842E292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827897-6941-C36F-0607-136937C53D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29E84D-1EF0-6306-3757-1729A91CAB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CDA807-B670-1D30-A1EF-12EB74F1966D}"/>
              </a:ext>
            </a:extLst>
          </p:cNvPr>
          <p:cNvSpPr>
            <a:spLocks noGrp="1"/>
          </p:cNvSpPr>
          <p:nvPr>
            <p:ph type="dt" sz="half" idx="10"/>
          </p:nvPr>
        </p:nvSpPr>
        <p:spPr/>
        <p:txBody>
          <a:bodyPr/>
          <a:lstStyle/>
          <a:p>
            <a:fld id="{203D84CB-9372-4237-93C5-FFA6A6D9DB52}" type="datetimeFigureOut">
              <a:rPr lang="en-US" smtClean="0"/>
              <a:t>11/11/2025</a:t>
            </a:fld>
            <a:endParaRPr lang="en-US"/>
          </a:p>
        </p:txBody>
      </p:sp>
      <p:sp>
        <p:nvSpPr>
          <p:cNvPr id="6" name="Footer Placeholder 5">
            <a:extLst>
              <a:ext uri="{FF2B5EF4-FFF2-40B4-BE49-F238E27FC236}">
                <a16:creationId xmlns:a16="http://schemas.microsoft.com/office/drawing/2014/main" id="{A8E8F6E3-697E-9A78-2DB7-AAC70BDD35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8BAD17-B0EA-6DC9-DEFD-96CEE9B0BE8A}"/>
              </a:ext>
            </a:extLst>
          </p:cNvPr>
          <p:cNvSpPr>
            <a:spLocks noGrp="1"/>
          </p:cNvSpPr>
          <p:nvPr>
            <p:ph type="sldNum" sz="quarter" idx="12"/>
          </p:nvPr>
        </p:nvSpPr>
        <p:spPr/>
        <p:txBody>
          <a:bodyPr/>
          <a:lstStyle/>
          <a:p>
            <a:fld id="{A1367C6A-774F-485E-B653-39A686736B70}" type="slidenum">
              <a:rPr lang="en-US" smtClean="0"/>
              <a:t>‹#›</a:t>
            </a:fld>
            <a:endParaRPr lang="en-US"/>
          </a:p>
        </p:txBody>
      </p:sp>
    </p:spTree>
    <p:extLst>
      <p:ext uri="{BB962C8B-B14F-4D97-AF65-F5344CB8AC3E}">
        <p14:creationId xmlns:p14="http://schemas.microsoft.com/office/powerpoint/2010/main" val="1563750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CBE68-F985-B4D3-EAC8-6654A4EB35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48DDE7-000A-85F6-8260-6022F8345F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63221C-1DF8-22F2-77AB-0A6A98D53C7B}"/>
              </a:ext>
            </a:extLst>
          </p:cNvPr>
          <p:cNvSpPr>
            <a:spLocks noGrp="1"/>
          </p:cNvSpPr>
          <p:nvPr>
            <p:ph type="dt" sz="half" idx="10"/>
          </p:nvPr>
        </p:nvSpPr>
        <p:spPr/>
        <p:txBody>
          <a:bodyPr/>
          <a:lstStyle/>
          <a:p>
            <a:fld id="{203D84CB-9372-4237-93C5-FFA6A6D9DB52}" type="datetimeFigureOut">
              <a:rPr lang="en-US" smtClean="0"/>
              <a:t>11/11/2025</a:t>
            </a:fld>
            <a:endParaRPr lang="en-US"/>
          </a:p>
        </p:txBody>
      </p:sp>
      <p:sp>
        <p:nvSpPr>
          <p:cNvPr id="5" name="Footer Placeholder 4">
            <a:extLst>
              <a:ext uri="{FF2B5EF4-FFF2-40B4-BE49-F238E27FC236}">
                <a16:creationId xmlns:a16="http://schemas.microsoft.com/office/drawing/2014/main" id="{4A7768D8-0F82-9091-0EA2-71F5E9FA23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A25AA2-97C0-321E-72F2-EB83B81BED58}"/>
              </a:ext>
            </a:extLst>
          </p:cNvPr>
          <p:cNvSpPr>
            <a:spLocks noGrp="1"/>
          </p:cNvSpPr>
          <p:nvPr>
            <p:ph type="sldNum" sz="quarter" idx="12"/>
          </p:nvPr>
        </p:nvSpPr>
        <p:spPr/>
        <p:txBody>
          <a:bodyPr/>
          <a:lstStyle/>
          <a:p>
            <a:fld id="{A1367C6A-774F-485E-B653-39A686736B70}" type="slidenum">
              <a:rPr lang="en-US" smtClean="0"/>
              <a:t>‹#›</a:t>
            </a:fld>
            <a:endParaRPr lang="en-US"/>
          </a:p>
        </p:txBody>
      </p:sp>
    </p:spTree>
    <p:extLst>
      <p:ext uri="{BB962C8B-B14F-4D97-AF65-F5344CB8AC3E}">
        <p14:creationId xmlns:p14="http://schemas.microsoft.com/office/powerpoint/2010/main" val="283312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EA7C6A-2FD8-22DD-6250-D024654644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A8332D-0800-F983-EE43-7B635A4E07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6A1692-82C5-307A-94E2-283EE5A1539B}"/>
              </a:ext>
            </a:extLst>
          </p:cNvPr>
          <p:cNvSpPr>
            <a:spLocks noGrp="1"/>
          </p:cNvSpPr>
          <p:nvPr>
            <p:ph type="dt" sz="half" idx="10"/>
          </p:nvPr>
        </p:nvSpPr>
        <p:spPr/>
        <p:txBody>
          <a:bodyPr/>
          <a:lstStyle/>
          <a:p>
            <a:fld id="{203D84CB-9372-4237-93C5-FFA6A6D9DB52}" type="datetimeFigureOut">
              <a:rPr lang="en-US" smtClean="0"/>
              <a:t>11/11/2025</a:t>
            </a:fld>
            <a:endParaRPr lang="en-US"/>
          </a:p>
        </p:txBody>
      </p:sp>
      <p:sp>
        <p:nvSpPr>
          <p:cNvPr id="5" name="Footer Placeholder 4">
            <a:extLst>
              <a:ext uri="{FF2B5EF4-FFF2-40B4-BE49-F238E27FC236}">
                <a16:creationId xmlns:a16="http://schemas.microsoft.com/office/drawing/2014/main" id="{35B62F05-9835-54D3-C7B4-E9CA3B12F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AEFDA2-E6AD-67AD-35AB-87C9758DD0F6}"/>
              </a:ext>
            </a:extLst>
          </p:cNvPr>
          <p:cNvSpPr>
            <a:spLocks noGrp="1"/>
          </p:cNvSpPr>
          <p:nvPr>
            <p:ph type="sldNum" sz="quarter" idx="12"/>
          </p:nvPr>
        </p:nvSpPr>
        <p:spPr/>
        <p:txBody>
          <a:bodyPr/>
          <a:lstStyle/>
          <a:p>
            <a:fld id="{A1367C6A-774F-485E-B653-39A686736B70}" type="slidenum">
              <a:rPr lang="en-US" smtClean="0"/>
              <a:t>‹#›</a:t>
            </a:fld>
            <a:endParaRPr lang="en-US"/>
          </a:p>
        </p:txBody>
      </p:sp>
    </p:spTree>
    <p:extLst>
      <p:ext uri="{BB962C8B-B14F-4D97-AF65-F5344CB8AC3E}">
        <p14:creationId xmlns:p14="http://schemas.microsoft.com/office/powerpoint/2010/main" val="4103113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76BA4D-F573-5A1B-0404-E03FDAED91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EA1CC9-1F94-E173-6B8A-85001ABEDA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A83ED3-7E8A-0772-AB91-F1C44589BA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3D84CB-9372-4237-93C5-FFA6A6D9DB52}" type="datetimeFigureOut">
              <a:rPr lang="en-US" smtClean="0"/>
              <a:t>11/11/2025</a:t>
            </a:fld>
            <a:endParaRPr lang="en-US"/>
          </a:p>
        </p:txBody>
      </p:sp>
      <p:sp>
        <p:nvSpPr>
          <p:cNvPr id="5" name="Footer Placeholder 4">
            <a:extLst>
              <a:ext uri="{FF2B5EF4-FFF2-40B4-BE49-F238E27FC236}">
                <a16:creationId xmlns:a16="http://schemas.microsoft.com/office/drawing/2014/main" id="{C7F9F687-E859-C01F-7FED-D66DDD042C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EFECB3-1463-0207-6B24-4B2FA0E9A7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367C6A-774F-485E-B653-39A686736B70}" type="slidenum">
              <a:rPr lang="en-US" smtClean="0"/>
              <a:t>‹#›</a:t>
            </a:fld>
            <a:endParaRPr lang="en-US"/>
          </a:p>
        </p:txBody>
      </p:sp>
    </p:spTree>
    <p:extLst>
      <p:ext uri="{BB962C8B-B14F-4D97-AF65-F5344CB8AC3E}">
        <p14:creationId xmlns:p14="http://schemas.microsoft.com/office/powerpoint/2010/main" val="4024526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hopscotch on a sidewalk">
            <a:extLst>
              <a:ext uri="{FF2B5EF4-FFF2-40B4-BE49-F238E27FC236}">
                <a16:creationId xmlns:a16="http://schemas.microsoft.com/office/drawing/2014/main" id="{B4790369-362B-C9A6-3B28-06EB5B351575}"/>
              </a:ext>
            </a:extLst>
          </p:cNvPr>
          <p:cNvPicPr>
            <a:picLocks noChangeAspect="1"/>
          </p:cNvPicPr>
          <p:nvPr/>
        </p:nvPicPr>
        <p:blipFill>
          <a:blip r:embed="rId2">
            <a:alphaModFix amt="50000"/>
          </a:blip>
          <a:srcRect t="7096" b="8634"/>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6C22354E-6846-E9D3-C08B-44B41604BF47}"/>
              </a:ext>
            </a:extLst>
          </p:cNvPr>
          <p:cNvSpPr>
            <a:spLocks noGrp="1"/>
          </p:cNvSpPr>
          <p:nvPr>
            <p:ph type="ctrTitle"/>
          </p:nvPr>
        </p:nvSpPr>
        <p:spPr>
          <a:xfrm>
            <a:off x="1524000" y="1122362"/>
            <a:ext cx="9144000" cy="2900518"/>
          </a:xfrm>
        </p:spPr>
        <p:txBody>
          <a:bodyPr>
            <a:normAutofit/>
          </a:bodyPr>
          <a:lstStyle/>
          <a:p>
            <a:r>
              <a:rPr lang="en-US">
                <a:solidFill>
                  <a:srgbClr val="FFFFFF"/>
                </a:solidFill>
              </a:rPr>
              <a:t>SQL 3</a:t>
            </a:r>
          </a:p>
        </p:txBody>
      </p:sp>
      <p:sp>
        <p:nvSpPr>
          <p:cNvPr id="3" name="Subtitle 2">
            <a:extLst>
              <a:ext uri="{FF2B5EF4-FFF2-40B4-BE49-F238E27FC236}">
                <a16:creationId xmlns:a16="http://schemas.microsoft.com/office/drawing/2014/main" id="{8DDB3FF7-D223-EBA7-66C9-27781EE48996}"/>
              </a:ext>
            </a:extLst>
          </p:cNvPr>
          <p:cNvSpPr>
            <a:spLocks noGrp="1"/>
          </p:cNvSpPr>
          <p:nvPr>
            <p:ph type="subTitle" idx="1"/>
          </p:nvPr>
        </p:nvSpPr>
        <p:spPr>
          <a:xfrm>
            <a:off x="1524000" y="4159404"/>
            <a:ext cx="9144000" cy="1098395"/>
          </a:xfrm>
        </p:spPr>
        <p:txBody>
          <a:bodyPr>
            <a:normAutofit/>
          </a:bodyPr>
          <a:lstStyle/>
          <a:p>
            <a:r>
              <a:rPr lang="en-US" sz="1700">
                <a:solidFill>
                  <a:srgbClr val="FFFFFF"/>
                </a:solidFill>
              </a:rPr>
              <a:t>Hunter Bartlett</a:t>
            </a:r>
          </a:p>
          <a:p>
            <a:r>
              <a:rPr lang="en-US" sz="1700">
                <a:solidFill>
                  <a:srgbClr val="FFFFFF"/>
                </a:solidFill>
              </a:rPr>
              <a:t>ISIN 325 Database Security</a:t>
            </a:r>
          </a:p>
          <a:p>
            <a:r>
              <a:rPr lang="en-US" sz="1700">
                <a:solidFill>
                  <a:srgbClr val="FFFFFF"/>
                </a:solidFill>
              </a:rPr>
              <a:t>Dr. Gogolin</a:t>
            </a:r>
          </a:p>
        </p:txBody>
      </p:sp>
    </p:spTree>
    <p:extLst>
      <p:ext uri="{BB962C8B-B14F-4D97-AF65-F5344CB8AC3E}">
        <p14:creationId xmlns:p14="http://schemas.microsoft.com/office/powerpoint/2010/main" val="247579460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FA321A-8A34-93CE-3920-56F5D82E3AF9}"/>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r>
              <a:rPr lang="en-US" sz="2300" kern="1200">
                <a:solidFill>
                  <a:srgbClr val="FFFFFF"/>
                </a:solidFill>
                <a:latin typeface="+mj-lt"/>
                <a:ea typeface="+mj-ea"/>
                <a:cs typeface="+mj-cs"/>
              </a:rPr>
              <a:t>1) SQL to create a Customer table using appropriate data types that has the following columns: CustomerID, First Name, Last Name, Date of Birth, Address, City, State, Zip Code.  CustomerID  must be defined as an identity field that starts with 100. </a:t>
            </a:r>
            <a:br>
              <a:rPr lang="en-US" sz="2300" kern="1200">
                <a:solidFill>
                  <a:srgbClr val="FFFFFF"/>
                </a:solidFill>
                <a:latin typeface="+mj-lt"/>
                <a:ea typeface="+mj-ea"/>
                <a:cs typeface="+mj-cs"/>
              </a:rPr>
            </a:br>
            <a:r>
              <a:rPr lang="en-US" sz="2300" kern="1200">
                <a:solidFill>
                  <a:srgbClr val="FFFFFF"/>
                </a:solidFill>
                <a:latin typeface="+mj-lt"/>
                <a:ea typeface="+mj-ea"/>
                <a:cs typeface="+mj-cs"/>
              </a:rPr>
              <a:t>2) SQL to define the primary key in the CustomerID column. (SQL must not be generated)</a:t>
            </a:r>
          </a:p>
        </p:txBody>
      </p:sp>
      <p:pic>
        <p:nvPicPr>
          <p:cNvPr id="5" name="Picture 4">
            <a:extLst>
              <a:ext uri="{FF2B5EF4-FFF2-40B4-BE49-F238E27FC236}">
                <a16:creationId xmlns:a16="http://schemas.microsoft.com/office/drawing/2014/main" id="{7B83E2E0-69B4-F695-34B4-91EC6CE315F6}"/>
              </a:ext>
            </a:extLst>
          </p:cNvPr>
          <p:cNvPicPr>
            <a:picLocks noChangeAspect="1"/>
          </p:cNvPicPr>
          <p:nvPr/>
        </p:nvPicPr>
        <p:blipFill>
          <a:blip r:embed="rId2"/>
          <a:stretch>
            <a:fillRect/>
          </a:stretch>
        </p:blipFill>
        <p:spPr>
          <a:xfrm>
            <a:off x="5153822" y="1647130"/>
            <a:ext cx="6553545" cy="3571682"/>
          </a:xfrm>
          <a:prstGeom prst="rect">
            <a:avLst/>
          </a:prstGeom>
        </p:spPr>
      </p:pic>
    </p:spTree>
    <p:extLst>
      <p:ext uri="{BB962C8B-B14F-4D97-AF65-F5344CB8AC3E}">
        <p14:creationId xmlns:p14="http://schemas.microsoft.com/office/powerpoint/2010/main" val="3405732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B33DC6A-1F1C-4A06-834E-CFF88F1C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0FE1D5CF-87B8-4A8A-AD3C-01D06A607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08641" cy="6858000"/>
          </a:xfrm>
          <a:custGeom>
            <a:avLst/>
            <a:gdLst>
              <a:gd name="connsiteX0" fmla="*/ 0 w 6208641"/>
              <a:gd name="connsiteY0" fmla="*/ 0 h 6858000"/>
              <a:gd name="connsiteX1" fmla="*/ 5464181 w 6208641"/>
              <a:gd name="connsiteY1" fmla="*/ 0 h 6858000"/>
              <a:gd name="connsiteX2" fmla="*/ 5538086 w 6208641"/>
              <a:gd name="connsiteY2" fmla="*/ 159684 h 6858000"/>
              <a:gd name="connsiteX3" fmla="*/ 6208641 w 6208641"/>
              <a:gd name="connsiteY3" fmla="*/ 3706589 h 6858000"/>
              <a:gd name="connsiteX4" fmla="*/ 5734754 w 6208641"/>
              <a:gd name="connsiteY4" fmla="*/ 6730443 h 6858000"/>
              <a:gd name="connsiteX5" fmla="*/ 5689361 w 6208641"/>
              <a:gd name="connsiteY5" fmla="*/ 6858000 h 6858000"/>
              <a:gd name="connsiteX6" fmla="*/ 0 w 620864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8641" h="6858000">
                <a:moveTo>
                  <a:pt x="0" y="0"/>
                </a:moveTo>
                <a:lnTo>
                  <a:pt x="5464181" y="0"/>
                </a:lnTo>
                <a:lnTo>
                  <a:pt x="5538086" y="159684"/>
                </a:lnTo>
                <a:cubicBezTo>
                  <a:pt x="5961440" y="1172168"/>
                  <a:pt x="6208641" y="2392735"/>
                  <a:pt x="6208641" y="3706589"/>
                </a:cubicBezTo>
                <a:cubicBezTo>
                  <a:pt x="6208641" y="4801467"/>
                  <a:pt x="6036974" y="5831563"/>
                  <a:pt x="5734754" y="6730443"/>
                </a:cubicBezTo>
                <a:lnTo>
                  <a:pt x="568936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7">
            <a:extLst>
              <a:ext uri="{FF2B5EF4-FFF2-40B4-BE49-F238E27FC236}">
                <a16:creationId xmlns:a16="http://schemas.microsoft.com/office/drawing/2014/main" id="{60926200-45C2-41E9-839F-31CD5FE4C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03325" cy="6858000"/>
          </a:xfrm>
          <a:custGeom>
            <a:avLst/>
            <a:gdLst>
              <a:gd name="connsiteX0" fmla="*/ 0 w 6203325"/>
              <a:gd name="connsiteY0" fmla="*/ 0 h 6858000"/>
              <a:gd name="connsiteX1" fmla="*/ 5458865 w 6203325"/>
              <a:gd name="connsiteY1" fmla="*/ 0 h 6858000"/>
              <a:gd name="connsiteX2" fmla="*/ 5532770 w 6203325"/>
              <a:gd name="connsiteY2" fmla="*/ 159684 h 6858000"/>
              <a:gd name="connsiteX3" fmla="*/ 6203325 w 6203325"/>
              <a:gd name="connsiteY3" fmla="*/ 3706589 h 6858000"/>
              <a:gd name="connsiteX4" fmla="*/ 5729438 w 6203325"/>
              <a:gd name="connsiteY4" fmla="*/ 6730443 h 6858000"/>
              <a:gd name="connsiteX5" fmla="*/ 5684045 w 6203325"/>
              <a:gd name="connsiteY5" fmla="*/ 6858000 h 6858000"/>
              <a:gd name="connsiteX6" fmla="*/ 0 w 62033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3325" h="6858000">
                <a:moveTo>
                  <a:pt x="0" y="0"/>
                </a:moveTo>
                <a:lnTo>
                  <a:pt x="5458865" y="0"/>
                </a:lnTo>
                <a:lnTo>
                  <a:pt x="5532770" y="159684"/>
                </a:lnTo>
                <a:cubicBezTo>
                  <a:pt x="5956124" y="1172168"/>
                  <a:pt x="6203325" y="2392735"/>
                  <a:pt x="6203325" y="3706589"/>
                </a:cubicBezTo>
                <a:cubicBezTo>
                  <a:pt x="6203325" y="4801467"/>
                  <a:pt x="6031658" y="5831563"/>
                  <a:pt x="5729438" y="6730443"/>
                </a:cubicBezTo>
                <a:lnTo>
                  <a:pt x="568404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F0CAC95-B5B0-4C69-9960-396B1C7537C1}"/>
              </a:ext>
            </a:extLst>
          </p:cNvPr>
          <p:cNvSpPr>
            <a:spLocks noGrp="1"/>
          </p:cNvSpPr>
          <p:nvPr>
            <p:ph type="title"/>
          </p:nvPr>
        </p:nvSpPr>
        <p:spPr>
          <a:xfrm>
            <a:off x="489098" y="1106034"/>
            <a:ext cx="5019074" cy="3204134"/>
          </a:xfrm>
        </p:spPr>
        <p:txBody>
          <a:bodyPr vert="horz" lIns="91440" tIns="45720" rIns="91440" bIns="45720" rtlCol="0" anchor="b">
            <a:normAutofit/>
          </a:bodyPr>
          <a:lstStyle/>
          <a:p>
            <a:r>
              <a:rPr lang="en-US" sz="3800"/>
              <a:t>3) SQL to define an index using the primary key and a second index using Last Name and First Name. </a:t>
            </a:r>
          </a:p>
        </p:txBody>
      </p:sp>
      <p:sp>
        <p:nvSpPr>
          <p:cNvPr id="20" name="Rectangle 1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7" name="Picture 6">
            <a:extLst>
              <a:ext uri="{FF2B5EF4-FFF2-40B4-BE49-F238E27FC236}">
                <a16:creationId xmlns:a16="http://schemas.microsoft.com/office/drawing/2014/main" id="{FC08D8C5-0E4A-344E-E403-9C80DBE9B5B5}"/>
              </a:ext>
            </a:extLst>
          </p:cNvPr>
          <p:cNvPicPr>
            <a:picLocks noChangeAspect="1"/>
          </p:cNvPicPr>
          <p:nvPr/>
        </p:nvPicPr>
        <p:blipFill>
          <a:blip r:embed="rId2"/>
          <a:stretch>
            <a:fillRect/>
          </a:stretch>
        </p:blipFill>
        <p:spPr>
          <a:xfrm>
            <a:off x="6994071" y="1338047"/>
            <a:ext cx="4708831" cy="1318472"/>
          </a:xfrm>
          <a:prstGeom prst="rect">
            <a:avLst/>
          </a:prstGeom>
        </p:spPr>
      </p:pic>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098" y="4546920"/>
            <a:ext cx="501907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1DE54CFF-1893-37C6-1672-5639196F80EE}"/>
              </a:ext>
            </a:extLst>
          </p:cNvPr>
          <p:cNvPicPr>
            <a:picLocks noChangeAspect="1"/>
          </p:cNvPicPr>
          <p:nvPr/>
        </p:nvPicPr>
        <p:blipFill>
          <a:blip r:embed="rId3"/>
          <a:stretch>
            <a:fillRect/>
          </a:stretch>
        </p:blipFill>
        <p:spPr>
          <a:xfrm>
            <a:off x="6994071" y="4508295"/>
            <a:ext cx="4708833" cy="827227"/>
          </a:xfrm>
          <a:prstGeom prst="rect">
            <a:avLst/>
          </a:prstGeom>
        </p:spPr>
      </p:pic>
    </p:spTree>
    <p:extLst>
      <p:ext uri="{BB962C8B-B14F-4D97-AF65-F5344CB8AC3E}">
        <p14:creationId xmlns:p14="http://schemas.microsoft.com/office/powerpoint/2010/main" val="3878685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F3E1C8-C25E-DB96-0C77-0B241E36ADD4}"/>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4) SQL to insert fifty rows of unique data into the Customer table.</a:t>
            </a:r>
          </a:p>
        </p:txBody>
      </p:sp>
      <p:pic>
        <p:nvPicPr>
          <p:cNvPr id="5" name="Picture 4">
            <a:extLst>
              <a:ext uri="{FF2B5EF4-FFF2-40B4-BE49-F238E27FC236}">
                <a16:creationId xmlns:a16="http://schemas.microsoft.com/office/drawing/2014/main" id="{2EBA93B4-F138-A16C-7932-E260FA7181A2}"/>
              </a:ext>
            </a:extLst>
          </p:cNvPr>
          <p:cNvPicPr>
            <a:picLocks noChangeAspect="1"/>
          </p:cNvPicPr>
          <p:nvPr/>
        </p:nvPicPr>
        <p:blipFill>
          <a:blip r:embed="rId2"/>
          <a:stretch>
            <a:fillRect/>
          </a:stretch>
        </p:blipFill>
        <p:spPr>
          <a:xfrm>
            <a:off x="4777316" y="851170"/>
            <a:ext cx="6780700" cy="5153331"/>
          </a:xfrm>
          <a:prstGeom prst="rect">
            <a:avLst/>
          </a:prstGeom>
        </p:spPr>
      </p:pic>
    </p:spTree>
    <p:extLst>
      <p:ext uri="{BB962C8B-B14F-4D97-AF65-F5344CB8AC3E}">
        <p14:creationId xmlns:p14="http://schemas.microsoft.com/office/powerpoint/2010/main" val="1105084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A9A611-2FF7-4AA0-1D84-5D57940AD3AD}"/>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5) SQL to truncate and drop the Customer table</a:t>
            </a:r>
          </a:p>
        </p:txBody>
      </p:sp>
      <p:sp>
        <p:nvSpPr>
          <p:cNvPr id="1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4DF3E38-EBBD-BD08-A253-010E7D6CAF6D}"/>
              </a:ext>
            </a:extLst>
          </p:cNvPr>
          <p:cNvPicPr>
            <a:picLocks noGrp="1" noChangeAspect="1"/>
          </p:cNvPicPr>
          <p:nvPr>
            <p:ph idx="1"/>
          </p:nvPr>
        </p:nvPicPr>
        <p:blipFill>
          <a:blip r:embed="rId2"/>
          <a:stretch>
            <a:fillRect/>
          </a:stretch>
        </p:blipFill>
        <p:spPr>
          <a:xfrm>
            <a:off x="320040" y="2723190"/>
            <a:ext cx="11548872" cy="3406917"/>
          </a:xfrm>
          <a:prstGeom prst="rect">
            <a:avLst/>
          </a:prstGeom>
        </p:spPr>
      </p:pic>
    </p:spTree>
    <p:extLst>
      <p:ext uri="{BB962C8B-B14F-4D97-AF65-F5344CB8AC3E}">
        <p14:creationId xmlns:p14="http://schemas.microsoft.com/office/powerpoint/2010/main" val="1198819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FC1274-B7A0-E3A9-7E3D-91B022F668A2}"/>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r>
              <a:rPr lang="en-US" sz="3000" kern="1200">
                <a:solidFill>
                  <a:srgbClr val="FFFFFF"/>
                </a:solidFill>
                <a:latin typeface="+mj-lt"/>
                <a:ea typeface="+mj-ea"/>
                <a:cs typeface="+mj-cs"/>
              </a:rPr>
              <a:t>6) SQL to create a view of the Customer table using all of the columns in the table except Date of Birth.</a:t>
            </a:r>
            <a:br>
              <a:rPr lang="en-US" sz="3000" kern="1200">
                <a:solidFill>
                  <a:srgbClr val="FFFFFF"/>
                </a:solidFill>
                <a:latin typeface="+mj-lt"/>
                <a:ea typeface="+mj-ea"/>
                <a:cs typeface="+mj-cs"/>
              </a:rPr>
            </a:br>
            <a:r>
              <a:rPr lang="en-US" sz="3000" kern="1200">
                <a:solidFill>
                  <a:srgbClr val="FFFFFF"/>
                </a:solidFill>
                <a:latin typeface="+mj-lt"/>
                <a:ea typeface="+mj-ea"/>
                <a:cs typeface="+mj-cs"/>
              </a:rPr>
              <a:t>7) SQL that uses the view to display all Customers in the Customer table sorted by First Name in descending order.</a:t>
            </a:r>
          </a:p>
        </p:txBody>
      </p:sp>
      <p:pic>
        <p:nvPicPr>
          <p:cNvPr id="5" name="Picture 4">
            <a:extLst>
              <a:ext uri="{FF2B5EF4-FFF2-40B4-BE49-F238E27FC236}">
                <a16:creationId xmlns:a16="http://schemas.microsoft.com/office/drawing/2014/main" id="{F2B2C600-43CF-F8B8-7F29-147C3B7E2476}"/>
              </a:ext>
            </a:extLst>
          </p:cNvPr>
          <p:cNvPicPr>
            <a:picLocks noChangeAspect="1"/>
          </p:cNvPicPr>
          <p:nvPr/>
        </p:nvPicPr>
        <p:blipFill>
          <a:blip r:embed="rId2"/>
          <a:stretch>
            <a:fillRect/>
          </a:stretch>
        </p:blipFill>
        <p:spPr>
          <a:xfrm>
            <a:off x="5153822" y="1319453"/>
            <a:ext cx="6553545" cy="4227036"/>
          </a:xfrm>
          <a:prstGeom prst="rect">
            <a:avLst/>
          </a:prstGeom>
        </p:spPr>
      </p:pic>
    </p:spTree>
    <p:extLst>
      <p:ext uri="{BB962C8B-B14F-4D97-AF65-F5344CB8AC3E}">
        <p14:creationId xmlns:p14="http://schemas.microsoft.com/office/powerpoint/2010/main" val="3014054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9C625A-1C38-DB0B-0FD9-9FCA93BD409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8) One sql routine with at least 3 If statements and confirmation that they work.</a:t>
            </a:r>
          </a:p>
        </p:txBody>
      </p:sp>
      <p:pic>
        <p:nvPicPr>
          <p:cNvPr id="5" name="Content Placeholder 4">
            <a:extLst>
              <a:ext uri="{FF2B5EF4-FFF2-40B4-BE49-F238E27FC236}">
                <a16:creationId xmlns:a16="http://schemas.microsoft.com/office/drawing/2014/main" id="{B178F16C-567C-6523-C12A-5CA69E6BAE33}"/>
              </a:ext>
            </a:extLst>
          </p:cNvPr>
          <p:cNvPicPr>
            <a:picLocks noGrp="1" noChangeAspect="1"/>
          </p:cNvPicPr>
          <p:nvPr>
            <p:ph idx="1"/>
          </p:nvPr>
        </p:nvPicPr>
        <p:blipFill>
          <a:blip r:embed="rId2"/>
          <a:stretch>
            <a:fillRect/>
          </a:stretch>
        </p:blipFill>
        <p:spPr>
          <a:xfrm>
            <a:off x="4777316" y="2147978"/>
            <a:ext cx="6780700" cy="2559714"/>
          </a:xfrm>
          <a:prstGeom prst="rect">
            <a:avLst/>
          </a:prstGeom>
        </p:spPr>
      </p:pic>
    </p:spTree>
    <p:extLst>
      <p:ext uri="{BB962C8B-B14F-4D97-AF65-F5344CB8AC3E}">
        <p14:creationId xmlns:p14="http://schemas.microsoft.com/office/powerpoint/2010/main" val="4027191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EB6F10-2B3B-B187-E5E0-AA43F0D4514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a:solidFill>
                  <a:srgbClr val="FFFFFF"/>
                </a:solidFill>
                <a:latin typeface="+mj-lt"/>
                <a:ea typeface="+mj-ea"/>
                <a:cs typeface="+mj-cs"/>
              </a:rPr>
              <a:t>9) One sql routine with If, Else-If and confirmation that they work</a:t>
            </a:r>
          </a:p>
        </p:txBody>
      </p:sp>
      <p:pic>
        <p:nvPicPr>
          <p:cNvPr id="5" name="Picture 4">
            <a:extLst>
              <a:ext uri="{FF2B5EF4-FFF2-40B4-BE49-F238E27FC236}">
                <a16:creationId xmlns:a16="http://schemas.microsoft.com/office/drawing/2014/main" id="{91479495-E6F5-B261-C661-A47B238044CF}"/>
              </a:ext>
            </a:extLst>
          </p:cNvPr>
          <p:cNvPicPr>
            <a:picLocks noChangeAspect="1"/>
          </p:cNvPicPr>
          <p:nvPr/>
        </p:nvPicPr>
        <p:blipFill>
          <a:blip r:embed="rId2"/>
          <a:stretch>
            <a:fillRect/>
          </a:stretch>
        </p:blipFill>
        <p:spPr>
          <a:xfrm>
            <a:off x="4777316" y="2156455"/>
            <a:ext cx="6780700" cy="2542761"/>
          </a:xfrm>
          <a:prstGeom prst="rect">
            <a:avLst/>
          </a:prstGeom>
        </p:spPr>
      </p:pic>
    </p:spTree>
    <p:extLst>
      <p:ext uri="{BB962C8B-B14F-4D97-AF65-F5344CB8AC3E}">
        <p14:creationId xmlns:p14="http://schemas.microsoft.com/office/powerpoint/2010/main" val="2683145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0E6745-B76A-BA2E-396C-E9893892F99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10) One Case statement with at least 3 When options and confirmation that they work.</a:t>
            </a:r>
          </a:p>
        </p:txBody>
      </p:sp>
      <p:pic>
        <p:nvPicPr>
          <p:cNvPr id="5" name="Picture 4">
            <a:extLst>
              <a:ext uri="{FF2B5EF4-FFF2-40B4-BE49-F238E27FC236}">
                <a16:creationId xmlns:a16="http://schemas.microsoft.com/office/drawing/2014/main" id="{3CA41B1E-C7E8-2AD2-F061-1309400D848E}"/>
              </a:ext>
            </a:extLst>
          </p:cNvPr>
          <p:cNvPicPr>
            <a:picLocks noChangeAspect="1"/>
          </p:cNvPicPr>
          <p:nvPr/>
        </p:nvPicPr>
        <p:blipFill>
          <a:blip r:embed="rId2"/>
          <a:stretch>
            <a:fillRect/>
          </a:stretch>
        </p:blipFill>
        <p:spPr>
          <a:xfrm>
            <a:off x="4777316" y="2173406"/>
            <a:ext cx="6780700" cy="2508859"/>
          </a:xfrm>
          <a:prstGeom prst="rect">
            <a:avLst/>
          </a:prstGeom>
        </p:spPr>
      </p:pic>
    </p:spTree>
    <p:extLst>
      <p:ext uri="{BB962C8B-B14F-4D97-AF65-F5344CB8AC3E}">
        <p14:creationId xmlns:p14="http://schemas.microsoft.com/office/powerpoint/2010/main" val="3231534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813258-E78A-43D3-295F-B8F181DDE55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11) Alter table sql to add an integer column to an existing table that allows nulls.</a:t>
            </a:r>
          </a:p>
        </p:txBody>
      </p:sp>
      <p:pic>
        <p:nvPicPr>
          <p:cNvPr id="5" name="Content Placeholder 4">
            <a:extLst>
              <a:ext uri="{FF2B5EF4-FFF2-40B4-BE49-F238E27FC236}">
                <a16:creationId xmlns:a16="http://schemas.microsoft.com/office/drawing/2014/main" id="{BCEE8159-7206-6D79-5077-269D885A63B4}"/>
              </a:ext>
            </a:extLst>
          </p:cNvPr>
          <p:cNvPicPr>
            <a:picLocks noGrp="1" noChangeAspect="1"/>
          </p:cNvPicPr>
          <p:nvPr>
            <p:ph idx="1"/>
          </p:nvPr>
        </p:nvPicPr>
        <p:blipFill>
          <a:blip r:embed="rId2"/>
          <a:stretch>
            <a:fillRect/>
          </a:stretch>
        </p:blipFill>
        <p:spPr>
          <a:xfrm>
            <a:off x="4777316" y="1452957"/>
            <a:ext cx="6780700" cy="3949757"/>
          </a:xfrm>
          <a:prstGeom prst="rect">
            <a:avLst/>
          </a:prstGeom>
        </p:spPr>
      </p:pic>
    </p:spTree>
    <p:extLst>
      <p:ext uri="{BB962C8B-B14F-4D97-AF65-F5344CB8AC3E}">
        <p14:creationId xmlns:p14="http://schemas.microsoft.com/office/powerpoint/2010/main" val="3639838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32495F0-C5CB-4823-AE70-EED61EBAB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F37BE3-146B-6E9A-2D07-49C672343DD2}"/>
              </a:ext>
            </a:extLst>
          </p:cNvPr>
          <p:cNvSpPr>
            <a:spLocks noGrp="1"/>
          </p:cNvSpPr>
          <p:nvPr>
            <p:ph type="title"/>
          </p:nvPr>
        </p:nvSpPr>
        <p:spPr>
          <a:xfrm>
            <a:off x="851183" y="1143000"/>
            <a:ext cx="4846320" cy="2898648"/>
          </a:xfrm>
        </p:spPr>
        <p:txBody>
          <a:bodyPr vert="horz" lIns="91440" tIns="45720" rIns="91440" bIns="45720" rtlCol="0" anchor="b">
            <a:normAutofit/>
          </a:bodyPr>
          <a:lstStyle/>
          <a:p>
            <a:r>
              <a:rPr lang="en-US" sz="2600"/>
              <a:t>12) SQL update routine with error checking and error logging.  Confirmation statement that generates logged error.</a:t>
            </a:r>
            <a:br>
              <a:rPr lang="en-US" sz="2600"/>
            </a:br>
            <a:r>
              <a:rPr lang="en-US" sz="2600"/>
              <a:t>13) SQL statement that defines and uses variables.</a:t>
            </a:r>
            <a:br>
              <a:rPr lang="en-US" sz="2600"/>
            </a:br>
            <a:endParaRPr lang="en-US" sz="2600"/>
          </a:p>
        </p:txBody>
      </p:sp>
      <p:sp>
        <p:nvSpPr>
          <p:cNvPr id="14" name="Rectangle 13">
            <a:extLst>
              <a:ext uri="{FF2B5EF4-FFF2-40B4-BE49-F238E27FC236}">
                <a16:creationId xmlns:a16="http://schemas.microsoft.com/office/drawing/2014/main" id="{CB8B9C25-D80D-48EC-B83A-231219A80C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82975"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7" name="Picture 6">
            <a:extLst>
              <a:ext uri="{FF2B5EF4-FFF2-40B4-BE49-F238E27FC236}">
                <a16:creationId xmlns:a16="http://schemas.microsoft.com/office/drawing/2014/main" id="{D26BA694-C69B-E90C-5DDB-83E8D15C0754}"/>
              </a:ext>
            </a:extLst>
          </p:cNvPr>
          <p:cNvPicPr>
            <a:picLocks noChangeAspect="1"/>
          </p:cNvPicPr>
          <p:nvPr/>
        </p:nvPicPr>
        <p:blipFill>
          <a:blip r:embed="rId2"/>
          <a:stretch>
            <a:fillRect/>
          </a:stretch>
        </p:blipFill>
        <p:spPr>
          <a:xfrm>
            <a:off x="6260956" y="867021"/>
            <a:ext cx="5441001" cy="1793736"/>
          </a:xfrm>
          <a:prstGeom prst="rect">
            <a:avLst/>
          </a:prstGeom>
        </p:spPr>
      </p:pic>
      <p:sp>
        <p:nvSpPr>
          <p:cNvPr id="16" name="Rectangle 15">
            <a:extLst>
              <a:ext uri="{FF2B5EF4-FFF2-40B4-BE49-F238E27FC236}">
                <a16:creationId xmlns:a16="http://schemas.microsoft.com/office/drawing/2014/main" id="{601CC70B-8875-45A1-8AFD-7D546E3C0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897" y="4177748"/>
            <a:ext cx="4824407"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888830A-FDC0-7CCD-07B0-D49EF2C17491}"/>
              </a:ext>
            </a:extLst>
          </p:cNvPr>
          <p:cNvPicPr>
            <a:picLocks noChangeAspect="1"/>
          </p:cNvPicPr>
          <p:nvPr/>
        </p:nvPicPr>
        <p:blipFill>
          <a:blip r:embed="rId3"/>
          <a:stretch>
            <a:fillRect/>
          </a:stretch>
        </p:blipFill>
        <p:spPr>
          <a:xfrm>
            <a:off x="6260956" y="3903891"/>
            <a:ext cx="5441001" cy="2380438"/>
          </a:xfrm>
          <a:prstGeom prst="rect">
            <a:avLst/>
          </a:prstGeom>
        </p:spPr>
      </p:pic>
    </p:spTree>
    <p:extLst>
      <p:ext uri="{BB962C8B-B14F-4D97-AF65-F5344CB8AC3E}">
        <p14:creationId xmlns:p14="http://schemas.microsoft.com/office/powerpoint/2010/main" val="4003218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32495F0-C5CB-4823-AE70-EED61EBAB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5C331D-9B72-0175-121E-153B11DDA825}"/>
              </a:ext>
            </a:extLst>
          </p:cNvPr>
          <p:cNvSpPr>
            <a:spLocks noGrp="1"/>
          </p:cNvSpPr>
          <p:nvPr>
            <p:ph type="title"/>
          </p:nvPr>
        </p:nvSpPr>
        <p:spPr>
          <a:xfrm>
            <a:off x="851183" y="1143000"/>
            <a:ext cx="4846320" cy="2898648"/>
          </a:xfrm>
        </p:spPr>
        <p:txBody>
          <a:bodyPr vert="horz" lIns="91440" tIns="45720" rIns="91440" bIns="45720" rtlCol="0" anchor="b">
            <a:normAutofit/>
          </a:bodyPr>
          <a:lstStyle/>
          <a:p>
            <a:r>
              <a:rPr lang="en-US" sz="3400"/>
              <a:t>14) Store procedure that accepts a variable and has error checking and logging as part of the execute stored procedure statement.</a:t>
            </a:r>
          </a:p>
        </p:txBody>
      </p:sp>
      <p:sp>
        <p:nvSpPr>
          <p:cNvPr id="14" name="Rectangle 13">
            <a:extLst>
              <a:ext uri="{FF2B5EF4-FFF2-40B4-BE49-F238E27FC236}">
                <a16:creationId xmlns:a16="http://schemas.microsoft.com/office/drawing/2014/main" id="{CB8B9C25-D80D-48EC-B83A-231219A80C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82975"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22E0F608-CB21-9EE9-035D-FEC72647C81A}"/>
              </a:ext>
            </a:extLst>
          </p:cNvPr>
          <p:cNvPicPr>
            <a:picLocks noChangeAspect="1"/>
          </p:cNvPicPr>
          <p:nvPr/>
        </p:nvPicPr>
        <p:blipFill>
          <a:blip r:embed="rId2"/>
          <a:stretch>
            <a:fillRect/>
          </a:stretch>
        </p:blipFill>
        <p:spPr>
          <a:xfrm>
            <a:off x="6260956" y="867021"/>
            <a:ext cx="5441001" cy="1793736"/>
          </a:xfrm>
          <a:prstGeom prst="rect">
            <a:avLst/>
          </a:prstGeom>
        </p:spPr>
      </p:pic>
      <p:sp>
        <p:nvSpPr>
          <p:cNvPr id="16" name="Rectangle 15">
            <a:extLst>
              <a:ext uri="{FF2B5EF4-FFF2-40B4-BE49-F238E27FC236}">
                <a16:creationId xmlns:a16="http://schemas.microsoft.com/office/drawing/2014/main" id="{601CC70B-8875-45A1-8AFD-7D546E3C0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897" y="4177748"/>
            <a:ext cx="4824407"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A screenshot of a computer&#10;&#10;AI-generated content may be incorrect.">
            <a:extLst>
              <a:ext uri="{FF2B5EF4-FFF2-40B4-BE49-F238E27FC236}">
                <a16:creationId xmlns:a16="http://schemas.microsoft.com/office/drawing/2014/main" id="{D271E0D4-FFDD-223E-8D19-C1DB146249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0956" y="3951501"/>
            <a:ext cx="5441001" cy="2285219"/>
          </a:xfrm>
          <a:prstGeom prst="rect">
            <a:avLst/>
          </a:prstGeom>
        </p:spPr>
      </p:pic>
    </p:spTree>
    <p:extLst>
      <p:ext uri="{BB962C8B-B14F-4D97-AF65-F5344CB8AC3E}">
        <p14:creationId xmlns:p14="http://schemas.microsoft.com/office/powerpoint/2010/main" val="869829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A9CFC8-2D2B-DAC4-D17F-1F9A570B1FEC}"/>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1700" kern="1200">
                <a:solidFill>
                  <a:srgbClr val="FFFFFF"/>
                </a:solidFill>
                <a:latin typeface="+mj-lt"/>
                <a:ea typeface="+mj-ea"/>
                <a:cs typeface="+mj-cs"/>
              </a:rPr>
              <a:t>15) SQL insert statement that inserts ten rows of data into a new table named Cars that includes at least 5 columns and the data varies for each record by using variables that are incremented and/or changed within the routine for each record.</a:t>
            </a:r>
          </a:p>
        </p:txBody>
      </p:sp>
      <p:pic>
        <p:nvPicPr>
          <p:cNvPr id="5" name="Picture 4">
            <a:extLst>
              <a:ext uri="{FF2B5EF4-FFF2-40B4-BE49-F238E27FC236}">
                <a16:creationId xmlns:a16="http://schemas.microsoft.com/office/drawing/2014/main" id="{3C483DF3-6D73-F72E-D967-D6241130F44E}"/>
              </a:ext>
            </a:extLst>
          </p:cNvPr>
          <p:cNvPicPr>
            <a:picLocks noChangeAspect="1"/>
          </p:cNvPicPr>
          <p:nvPr/>
        </p:nvPicPr>
        <p:blipFill>
          <a:blip r:embed="rId2"/>
          <a:stretch>
            <a:fillRect/>
          </a:stretch>
        </p:blipFill>
        <p:spPr>
          <a:xfrm>
            <a:off x="4777316" y="1885226"/>
            <a:ext cx="6780700" cy="3085218"/>
          </a:xfrm>
          <a:prstGeom prst="rect">
            <a:avLst/>
          </a:prstGeom>
        </p:spPr>
      </p:pic>
    </p:spTree>
    <p:extLst>
      <p:ext uri="{BB962C8B-B14F-4D97-AF65-F5344CB8AC3E}">
        <p14:creationId xmlns:p14="http://schemas.microsoft.com/office/powerpoint/2010/main" val="2110881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806925-217F-4ED7-85DC-C1C28D137631}"/>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1400" kern="1200">
                <a:solidFill>
                  <a:srgbClr val="FFFFFF"/>
                </a:solidFill>
                <a:latin typeface="+mj-lt"/>
                <a:ea typeface="+mj-ea"/>
                <a:cs typeface="+mj-cs"/>
              </a:rPr>
              <a:t>16) Create a table named HikingLocations that has the appropriate structure to remove duplicates when loading the table.  Demonstrate that it works. Include sql that defines the structure to remove duplicates in your submission. (this is the same as any other table create except you set the ignore_dup_key option to on).</a:t>
            </a:r>
          </a:p>
        </p:txBody>
      </p:sp>
      <p:pic>
        <p:nvPicPr>
          <p:cNvPr id="5" name="Picture 4">
            <a:extLst>
              <a:ext uri="{FF2B5EF4-FFF2-40B4-BE49-F238E27FC236}">
                <a16:creationId xmlns:a16="http://schemas.microsoft.com/office/drawing/2014/main" id="{41DA303F-F406-B82C-0409-564650C83C59}"/>
              </a:ext>
            </a:extLst>
          </p:cNvPr>
          <p:cNvPicPr>
            <a:picLocks noChangeAspect="1"/>
          </p:cNvPicPr>
          <p:nvPr/>
        </p:nvPicPr>
        <p:blipFill>
          <a:blip r:embed="rId2"/>
          <a:stretch>
            <a:fillRect/>
          </a:stretch>
        </p:blipFill>
        <p:spPr>
          <a:xfrm>
            <a:off x="4777316" y="2724338"/>
            <a:ext cx="6780700" cy="1406994"/>
          </a:xfrm>
          <a:prstGeom prst="rect">
            <a:avLst/>
          </a:prstGeom>
        </p:spPr>
      </p:pic>
    </p:spTree>
    <p:extLst>
      <p:ext uri="{BB962C8B-B14F-4D97-AF65-F5344CB8AC3E}">
        <p14:creationId xmlns:p14="http://schemas.microsoft.com/office/powerpoint/2010/main" val="622415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008950-D661-91AD-CA75-0CB740B7674B}"/>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2100"/>
              <a:t>17) Define a table named HikingLocations2 that has 10 records and 3 of the records are duplicates.  Create an SQL routine that identifies the duplicate records by key value.  Create a second SQL routine that displays only the duplicate records.</a:t>
            </a:r>
          </a:p>
        </p:txBody>
      </p:sp>
      <p:sp>
        <p:nvSpPr>
          <p:cNvPr id="1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C656A19-4B04-E2D7-3666-00B8B991CC6B}"/>
              </a:ext>
            </a:extLst>
          </p:cNvPr>
          <p:cNvPicPr>
            <a:picLocks noChangeAspect="1"/>
          </p:cNvPicPr>
          <p:nvPr/>
        </p:nvPicPr>
        <p:blipFill>
          <a:blip r:embed="rId2"/>
          <a:stretch>
            <a:fillRect/>
          </a:stretch>
        </p:blipFill>
        <p:spPr>
          <a:xfrm>
            <a:off x="1477602" y="2642616"/>
            <a:ext cx="3299292" cy="3605784"/>
          </a:xfrm>
          <a:prstGeom prst="rect">
            <a:avLst/>
          </a:prstGeom>
        </p:spPr>
      </p:pic>
      <p:pic>
        <p:nvPicPr>
          <p:cNvPr id="5" name="Picture 4">
            <a:extLst>
              <a:ext uri="{FF2B5EF4-FFF2-40B4-BE49-F238E27FC236}">
                <a16:creationId xmlns:a16="http://schemas.microsoft.com/office/drawing/2014/main" id="{4D9CFB9B-D637-D38B-B99D-A1104020E86F}"/>
              </a:ext>
            </a:extLst>
          </p:cNvPr>
          <p:cNvPicPr>
            <a:picLocks noChangeAspect="1"/>
          </p:cNvPicPr>
          <p:nvPr/>
        </p:nvPicPr>
        <p:blipFill>
          <a:blip r:embed="rId3"/>
          <a:stretch>
            <a:fillRect/>
          </a:stretch>
        </p:blipFill>
        <p:spPr>
          <a:xfrm>
            <a:off x="7030276" y="2642616"/>
            <a:ext cx="4062855" cy="3605784"/>
          </a:xfrm>
          <a:prstGeom prst="rect">
            <a:avLst/>
          </a:prstGeom>
        </p:spPr>
      </p:pic>
    </p:spTree>
    <p:extLst>
      <p:ext uri="{BB962C8B-B14F-4D97-AF65-F5344CB8AC3E}">
        <p14:creationId xmlns:p14="http://schemas.microsoft.com/office/powerpoint/2010/main" val="3282567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B1E792-FB31-E4C6-B129-1705731B8AC4}"/>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3600" dirty="0"/>
              <a:t>18) Create an insert routine for HikingLocations2 that uses variables and performs error checking and error logging.</a:t>
            </a:r>
            <a:endParaRPr lang="en-US" sz="3600"/>
          </a:p>
        </p:txBody>
      </p:sp>
      <p:sp>
        <p:nvSpPr>
          <p:cNvPr id="1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F9FA99F-C2FE-34CD-88C4-5CF98AB09135}"/>
              </a:ext>
            </a:extLst>
          </p:cNvPr>
          <p:cNvPicPr>
            <a:picLocks noChangeAspect="1"/>
          </p:cNvPicPr>
          <p:nvPr/>
        </p:nvPicPr>
        <p:blipFill>
          <a:blip r:embed="rId2"/>
          <a:stretch>
            <a:fillRect/>
          </a:stretch>
        </p:blipFill>
        <p:spPr>
          <a:xfrm>
            <a:off x="320040" y="2726093"/>
            <a:ext cx="5614416" cy="3438830"/>
          </a:xfrm>
          <a:prstGeom prst="rect">
            <a:avLst/>
          </a:prstGeom>
        </p:spPr>
      </p:pic>
      <p:pic>
        <p:nvPicPr>
          <p:cNvPr id="7" name="Picture 6">
            <a:extLst>
              <a:ext uri="{FF2B5EF4-FFF2-40B4-BE49-F238E27FC236}">
                <a16:creationId xmlns:a16="http://schemas.microsoft.com/office/drawing/2014/main" id="{7807AF7C-5C6E-8AB6-DFAA-5BBE648EB501}"/>
              </a:ext>
            </a:extLst>
          </p:cNvPr>
          <p:cNvPicPr>
            <a:picLocks noChangeAspect="1"/>
          </p:cNvPicPr>
          <p:nvPr/>
        </p:nvPicPr>
        <p:blipFill>
          <a:blip r:embed="rId3"/>
          <a:stretch>
            <a:fillRect/>
          </a:stretch>
        </p:blipFill>
        <p:spPr>
          <a:xfrm>
            <a:off x="6254496" y="2978742"/>
            <a:ext cx="5614416" cy="2933532"/>
          </a:xfrm>
          <a:prstGeom prst="rect">
            <a:avLst/>
          </a:prstGeom>
        </p:spPr>
      </p:pic>
    </p:spTree>
    <p:extLst>
      <p:ext uri="{BB962C8B-B14F-4D97-AF65-F5344CB8AC3E}">
        <p14:creationId xmlns:p14="http://schemas.microsoft.com/office/powerpoint/2010/main" val="27664932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4b0362e-85c0-4e95-a4ce-5651d96cb739}" enabled="0" method="" siteId="{64b0362e-85c0-4e95-a4ce-5651d96cb739}" removed="1"/>
</clbl:labelList>
</file>

<file path=docProps/app.xml><?xml version="1.0" encoding="utf-8"?>
<Properties xmlns="http://schemas.openxmlformats.org/officeDocument/2006/extended-properties" xmlns:vt="http://schemas.openxmlformats.org/officeDocument/2006/docPropsVTypes">
  <TotalTime>23</TotalTime>
  <Words>470</Words>
  <Application>Microsoft Office PowerPoint</Application>
  <PresentationFormat>Widescreen</PresentationFormat>
  <Paragraphs>19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SQL 3</vt:lpstr>
      <vt:lpstr>1) SQL to create a Customer table using appropriate data types that has the following columns: CustomerID, First Name, Last Name, Date of Birth, Address, City, State, Zip Code.  CustomerID  must be defined as an identity field that starts with 100.  2) SQL to define the primary key in the CustomerID column. (SQL must not be generated)</vt:lpstr>
      <vt:lpstr>3) SQL to define an index using the primary key and a second index using Last Name and First Name. </vt:lpstr>
      <vt:lpstr>4) SQL to insert fifty rows of unique data into the Customer table.</vt:lpstr>
      <vt:lpstr>5) SQL to truncate and drop the Customer table</vt:lpstr>
      <vt:lpstr>6) SQL to create a view of the Customer table using all of the columns in the table except Date of Birth. 7) SQL that uses the view to display all Customers in the Customer table sorted by First Name in descending order.</vt:lpstr>
      <vt:lpstr>8) One sql routine with at least 3 If statements and confirmation that they work.</vt:lpstr>
      <vt:lpstr>9) One sql routine with If, Else-If and confirmation that they work</vt:lpstr>
      <vt:lpstr>10) One Case statement with at least 3 When options and confirmation that they work.</vt:lpstr>
      <vt:lpstr>11) Alter table sql to add an integer column to an existing table that allows nulls.</vt:lpstr>
      <vt:lpstr>12) SQL update routine with error checking and error logging.  Confirmation statement that generates logged error. 13) SQL statement that defines and uses variables. </vt:lpstr>
      <vt:lpstr>14) Store procedure that accepts a variable and has error checking and logging as part of the execute stored procedure statement.</vt:lpstr>
      <vt:lpstr>15) SQL insert statement that inserts ten rows of data into a new table named Cars that includes at least 5 columns and the data varies for each record by using variables that are incremented and/or changed within the routine for each record.</vt:lpstr>
      <vt:lpstr>16) Create a table named HikingLocations that has the appropriate structure to remove duplicates when loading the table.  Demonstrate that it works. Include sql that defines the structure to remove duplicates in your submission. (this is the same as any other table create except you set the ignore_dup_key option to on).</vt:lpstr>
      <vt:lpstr>17) Define a table named HikingLocations2 that has 10 records and 3 of the records are duplicates.  Create an SQL routine that identifies the duplicate records by key value.  Create a second SQL routine that displays only the duplicate records.</vt:lpstr>
      <vt:lpstr>18) Create an insert routine for HikingLocations2 that uses variables and performs error checking and error logging.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Hunter Bartlett</dc:creator>
  <cp:lastModifiedBy>Hunter Bartlett</cp:lastModifiedBy>
  <cp:revision>1</cp:revision>
  <dcterms:created xsi:type="dcterms:W3CDTF">2025-11-11T14:10:44Z</dcterms:created>
  <dcterms:modified xsi:type="dcterms:W3CDTF">2025-11-11T18:35:16Z</dcterms:modified>
</cp:coreProperties>
</file>