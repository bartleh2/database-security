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" y="3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er Bartlett" userId="cbf17650-2326-4151-9551-5062c83f5ca3" providerId="ADAL" clId="{A8ED9588-72CB-431E-8FF0-80C39D5F9BE2}"/>
    <pc:docChg chg="undo custSel addSld modSld">
      <pc:chgData name="Hunter Bartlett" userId="cbf17650-2326-4151-9551-5062c83f5ca3" providerId="ADAL" clId="{A8ED9588-72CB-431E-8FF0-80C39D5F9BE2}" dt="2025-12-04T14:41:29.189" v="310"/>
      <pc:docMkLst>
        <pc:docMk/>
      </pc:docMkLst>
      <pc:sldChg chg="addSp modSp mod setBg addAnim setClrOvrMap">
        <pc:chgData name="Hunter Bartlett" userId="cbf17650-2326-4151-9551-5062c83f5ca3" providerId="ADAL" clId="{A8ED9588-72CB-431E-8FF0-80C39D5F9BE2}" dt="2025-12-04T14:41:08.401" v="302"/>
        <pc:sldMkLst>
          <pc:docMk/>
          <pc:sldMk cId="1407612029" sldId="256"/>
        </pc:sldMkLst>
        <pc:spChg chg="mod">
          <ac:chgData name="Hunter Bartlett" userId="cbf17650-2326-4151-9551-5062c83f5ca3" providerId="ADAL" clId="{A8ED9588-72CB-431E-8FF0-80C39D5F9BE2}" dt="2025-12-04T14:41:08.385" v="300" actId="26606"/>
          <ac:spMkLst>
            <pc:docMk/>
            <pc:sldMk cId="1407612029" sldId="256"/>
            <ac:spMk id="2" creationId="{9B60CB37-3C33-D7FE-F917-CB9F9F06EBBD}"/>
          </ac:spMkLst>
        </pc:spChg>
        <pc:spChg chg="mod">
          <ac:chgData name="Hunter Bartlett" userId="cbf17650-2326-4151-9551-5062c83f5ca3" providerId="ADAL" clId="{A8ED9588-72CB-431E-8FF0-80C39D5F9BE2}" dt="2025-12-04T14:41:08.385" v="300" actId="26606"/>
          <ac:spMkLst>
            <pc:docMk/>
            <pc:sldMk cId="1407612029" sldId="256"/>
            <ac:spMk id="3" creationId="{7E57FE42-42E2-9950-CEFE-E8C22C52BC86}"/>
          </ac:spMkLst>
        </pc:spChg>
        <pc:spChg chg="add">
          <ac:chgData name="Hunter Bartlett" userId="cbf17650-2326-4151-9551-5062c83f5ca3" providerId="ADAL" clId="{A8ED9588-72CB-431E-8FF0-80C39D5F9BE2}" dt="2025-12-04T14:41:08.385" v="300" actId="26606"/>
          <ac:spMkLst>
            <pc:docMk/>
            <pc:sldMk cId="1407612029" sldId="256"/>
            <ac:spMk id="9" creationId="{71B2258F-86CA-4D4D-8270-BC05FCDEBFB3}"/>
          </ac:spMkLst>
        </pc:spChg>
        <pc:picChg chg="add">
          <ac:chgData name="Hunter Bartlett" userId="cbf17650-2326-4151-9551-5062c83f5ca3" providerId="ADAL" clId="{A8ED9588-72CB-431E-8FF0-80C39D5F9BE2}" dt="2025-12-04T14:41:08.385" v="300" actId="26606"/>
          <ac:picMkLst>
            <pc:docMk/>
            <pc:sldMk cId="1407612029" sldId="256"/>
            <ac:picMk id="5" creationId="{1C5B972D-E3CE-0163-7F45-07C9307A8B69}"/>
          </ac:picMkLst>
        </pc:picChg>
      </pc:sldChg>
      <pc:sldChg chg="addSp delSp modSp new mod setBg setClrOvrMap">
        <pc:chgData name="Hunter Bartlett" userId="cbf17650-2326-4151-9551-5062c83f5ca3" providerId="ADAL" clId="{A8ED9588-72CB-431E-8FF0-80C39D5F9BE2}" dt="2025-12-04T14:41:11.889" v="303" actId="26606"/>
        <pc:sldMkLst>
          <pc:docMk/>
          <pc:sldMk cId="777531259" sldId="257"/>
        </pc:sldMkLst>
        <pc:spChg chg="mod">
          <ac:chgData name="Hunter Bartlett" userId="cbf17650-2326-4151-9551-5062c83f5ca3" providerId="ADAL" clId="{A8ED9588-72CB-431E-8FF0-80C39D5F9BE2}" dt="2025-12-04T14:41:11.889" v="303" actId="26606"/>
          <ac:spMkLst>
            <pc:docMk/>
            <pc:sldMk cId="777531259" sldId="257"/>
            <ac:spMk id="2" creationId="{04C7C072-88EC-09AF-CFB6-CEAEE4052C00}"/>
          </ac:spMkLst>
        </pc:spChg>
        <pc:spChg chg="del">
          <ac:chgData name="Hunter Bartlett" userId="cbf17650-2326-4151-9551-5062c83f5ca3" providerId="ADAL" clId="{A8ED9588-72CB-431E-8FF0-80C39D5F9BE2}" dt="2025-12-03T01:37:41.878" v="69" actId="22"/>
          <ac:spMkLst>
            <pc:docMk/>
            <pc:sldMk cId="777531259" sldId="257"/>
            <ac:spMk id="3" creationId="{83BC8309-E4F0-35DB-09F2-846BD9440F62}"/>
          </ac:spMkLst>
        </pc:spChg>
        <pc:picChg chg="add mod ord">
          <ac:chgData name="Hunter Bartlett" userId="cbf17650-2326-4151-9551-5062c83f5ca3" providerId="ADAL" clId="{A8ED9588-72CB-431E-8FF0-80C39D5F9BE2}" dt="2025-12-04T14:41:11.889" v="303" actId="26606"/>
          <ac:picMkLst>
            <pc:docMk/>
            <pc:sldMk cId="777531259" sldId="257"/>
            <ac:picMk id="5" creationId="{B32A882A-C0D5-C555-066B-E1A15677512B}"/>
          </ac:picMkLst>
        </pc:picChg>
      </pc:sldChg>
      <pc:sldChg chg="addSp delSp modSp new mod setBg setClrOvrMap">
        <pc:chgData name="Hunter Bartlett" userId="cbf17650-2326-4151-9551-5062c83f5ca3" providerId="ADAL" clId="{A8ED9588-72CB-431E-8FF0-80C39D5F9BE2}" dt="2025-12-04T14:41:14.625" v="304" actId="26606"/>
        <pc:sldMkLst>
          <pc:docMk/>
          <pc:sldMk cId="1099246790" sldId="258"/>
        </pc:sldMkLst>
        <pc:spChg chg="mod">
          <ac:chgData name="Hunter Bartlett" userId="cbf17650-2326-4151-9551-5062c83f5ca3" providerId="ADAL" clId="{A8ED9588-72CB-431E-8FF0-80C39D5F9BE2}" dt="2025-12-04T14:41:14.625" v="304" actId="26606"/>
          <ac:spMkLst>
            <pc:docMk/>
            <pc:sldMk cId="1099246790" sldId="258"/>
            <ac:spMk id="2" creationId="{CDD011C1-FBDA-3023-52F8-D2251C158EBD}"/>
          </ac:spMkLst>
        </pc:spChg>
        <pc:spChg chg="del">
          <ac:chgData name="Hunter Bartlett" userId="cbf17650-2326-4151-9551-5062c83f5ca3" providerId="ADAL" clId="{A8ED9588-72CB-431E-8FF0-80C39D5F9BE2}" dt="2025-12-03T01:38:17.058" v="71" actId="22"/>
          <ac:spMkLst>
            <pc:docMk/>
            <pc:sldMk cId="1099246790" sldId="258"/>
            <ac:spMk id="3" creationId="{04D806F9-C1B2-9760-23CE-AFDCBECF8A5E}"/>
          </ac:spMkLst>
        </pc:spChg>
        <pc:picChg chg="add mod ord">
          <ac:chgData name="Hunter Bartlett" userId="cbf17650-2326-4151-9551-5062c83f5ca3" providerId="ADAL" clId="{A8ED9588-72CB-431E-8FF0-80C39D5F9BE2}" dt="2025-12-04T14:41:14.625" v="304" actId="26606"/>
          <ac:picMkLst>
            <pc:docMk/>
            <pc:sldMk cId="1099246790" sldId="258"/>
            <ac:picMk id="5" creationId="{9550D1FE-C958-E721-3852-CB388D5E91FA}"/>
          </ac:picMkLst>
        </pc:picChg>
      </pc:sldChg>
      <pc:sldChg chg="addSp delSp modSp new mod setBg addAnim setClrOvrMap">
        <pc:chgData name="Hunter Bartlett" userId="cbf17650-2326-4151-9551-5062c83f5ca3" providerId="ADAL" clId="{A8ED9588-72CB-431E-8FF0-80C39D5F9BE2}" dt="2025-12-04T14:41:29.189" v="310"/>
        <pc:sldMkLst>
          <pc:docMk/>
          <pc:sldMk cId="3528660440" sldId="259"/>
        </pc:sldMkLst>
        <pc:spChg chg="mod">
          <ac:chgData name="Hunter Bartlett" userId="cbf17650-2326-4151-9551-5062c83f5ca3" providerId="ADAL" clId="{A8ED9588-72CB-431E-8FF0-80C39D5F9BE2}" dt="2025-12-04T14:41:29.189" v="309" actId="26606"/>
          <ac:spMkLst>
            <pc:docMk/>
            <pc:sldMk cId="3528660440" sldId="259"/>
            <ac:spMk id="2" creationId="{7D7C10CC-2F5F-976C-B463-7FF690BF75B5}"/>
          </ac:spMkLst>
        </pc:spChg>
        <pc:spChg chg="del">
          <ac:chgData name="Hunter Bartlett" userId="cbf17650-2326-4151-9551-5062c83f5ca3" providerId="ADAL" clId="{A8ED9588-72CB-431E-8FF0-80C39D5F9BE2}" dt="2025-12-03T01:38:53.267" v="73" actId="22"/>
          <ac:spMkLst>
            <pc:docMk/>
            <pc:sldMk cId="3528660440" sldId="259"/>
            <ac:spMk id="3" creationId="{E2DC7794-0B6F-A808-4248-B342E83680EA}"/>
          </ac:spMkLst>
        </pc:spChg>
        <pc:spChg chg="add del">
          <ac:chgData name="Hunter Bartlett" userId="cbf17650-2326-4151-9551-5062c83f5ca3" providerId="ADAL" clId="{A8ED9588-72CB-431E-8FF0-80C39D5F9BE2}" dt="2025-12-04T14:41:23.797" v="306" actId="26606"/>
          <ac:spMkLst>
            <pc:docMk/>
            <pc:sldMk cId="3528660440" sldId="259"/>
            <ac:spMk id="9" creationId="{46F2F529-936F-433B-27CE-96F56FC72A96}"/>
          </ac:spMkLst>
        </pc:spChg>
        <pc:spChg chg="add del">
          <ac:chgData name="Hunter Bartlett" userId="cbf17650-2326-4151-9551-5062c83f5ca3" providerId="ADAL" clId="{A8ED9588-72CB-431E-8FF0-80C39D5F9BE2}" dt="2025-12-04T14:41:23.797" v="306" actId="26606"/>
          <ac:spMkLst>
            <pc:docMk/>
            <pc:sldMk cId="3528660440" sldId="259"/>
            <ac:spMk id="12" creationId="{B95B9BA8-1D69-4796-85F5-B6D0BD52354B}"/>
          </ac:spMkLst>
        </pc:spChg>
        <pc:spChg chg="add del">
          <ac:chgData name="Hunter Bartlett" userId="cbf17650-2326-4151-9551-5062c83f5ca3" providerId="ADAL" clId="{A8ED9588-72CB-431E-8FF0-80C39D5F9BE2}" dt="2025-12-04T14:41:29.189" v="309" actId="26606"/>
          <ac:spMkLst>
            <pc:docMk/>
            <pc:sldMk cId="3528660440" sldId="259"/>
            <ac:spMk id="16" creationId="{450D3AD2-FA80-415F-A9CE-54D884561CD7}"/>
          </ac:spMkLst>
        </pc:spChg>
        <pc:spChg chg="add del">
          <ac:chgData name="Hunter Bartlett" userId="cbf17650-2326-4151-9551-5062c83f5ca3" providerId="ADAL" clId="{A8ED9588-72CB-431E-8FF0-80C39D5F9BE2}" dt="2025-12-04T14:41:29.189" v="309" actId="26606"/>
          <ac:spMkLst>
            <pc:docMk/>
            <pc:sldMk cId="3528660440" sldId="259"/>
            <ac:spMk id="22" creationId="{B34F5AD2-EDBD-4BBD-A55C-EAFFD0C7097A}"/>
          </ac:spMkLst>
        </pc:spChg>
        <pc:spChg chg="add del">
          <ac:chgData name="Hunter Bartlett" userId="cbf17650-2326-4151-9551-5062c83f5ca3" providerId="ADAL" clId="{A8ED9588-72CB-431E-8FF0-80C39D5F9BE2}" dt="2025-12-04T14:41:29.189" v="309" actId="26606"/>
          <ac:spMkLst>
            <pc:docMk/>
            <pc:sldMk cId="3528660440" sldId="259"/>
            <ac:spMk id="23" creationId="{C3896A03-3945-419A-B66B-4EE266EDD152}"/>
          </ac:spMkLst>
        </pc:spChg>
        <pc:spChg chg="add del">
          <ac:chgData name="Hunter Bartlett" userId="cbf17650-2326-4151-9551-5062c83f5ca3" providerId="ADAL" clId="{A8ED9588-72CB-431E-8FF0-80C39D5F9BE2}" dt="2025-12-04T14:41:26.242" v="308" actId="478"/>
          <ac:spMkLst>
            <pc:docMk/>
            <pc:sldMk cId="3528660440" sldId="259"/>
            <ac:spMk id="24" creationId="{49C555A9-84CE-1BF5-5AEE-0D310DE6CFA8}"/>
          </ac:spMkLst>
        </pc:spChg>
        <pc:grpChg chg="add del">
          <ac:chgData name="Hunter Bartlett" userId="cbf17650-2326-4151-9551-5062c83f5ca3" providerId="ADAL" clId="{A8ED9588-72CB-431E-8FF0-80C39D5F9BE2}" dt="2025-12-04T14:41:23.797" v="306" actId="26606"/>
          <ac:grpSpMkLst>
            <pc:docMk/>
            <pc:sldMk cId="3528660440" sldId="259"/>
            <ac:grpSpMk id="14" creationId="{D44E3F87-3D58-4B03-86B2-15A5C5B9C964}"/>
          </ac:grpSpMkLst>
        </pc:grpChg>
        <pc:picChg chg="add mod ord">
          <ac:chgData name="Hunter Bartlett" userId="cbf17650-2326-4151-9551-5062c83f5ca3" providerId="ADAL" clId="{A8ED9588-72CB-431E-8FF0-80C39D5F9BE2}" dt="2025-12-04T14:41:29.189" v="309" actId="26606"/>
          <ac:picMkLst>
            <pc:docMk/>
            <pc:sldMk cId="3528660440" sldId="259"/>
            <ac:picMk id="5" creationId="{B25A3FBE-9232-1F71-B225-3E7872C6D0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E0C3-3165-1809-AA4A-5FFF4953C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A51C9-345F-EE7C-8D0A-C82FE6D89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9801-B0FC-C9C0-6D4B-2D114C04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3E01E-DF5C-A1CA-6A3A-23A675ED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15C26-703E-398B-6DA8-6FC9BDD4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3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CE76-E2C5-370A-D28A-4C6D8EBF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3CB12-7A4D-DE3B-95FE-66BCF495B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85762-83ED-1D6C-E11D-7FB6DC48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044C4-0F8F-0B82-7855-E34E114E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A6CF-7F5C-38A2-4CEA-A3599147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52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0AE8C-1781-0F8B-8B03-65D5B04D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28D84-FA1F-1FB2-CEFD-21A8E3ECC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A9371-B1E4-7810-D1FE-DBC94AC4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A8964-1D25-7076-A6CE-310F6B98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5EA43-85A3-B029-364E-F4061F27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8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7FC5-9B06-37A8-2EC3-108412FF2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2ED89-CE19-8ED5-D2E0-D69D6BE94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27709-40B7-9AD0-4E1E-E47A28ED8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128B8-EA49-C9C2-6FC6-9F69F3309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FCBD9-8246-3B20-065B-76B5A020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F4724-C2DD-CE3F-50B7-48629D6D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1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AD6F-0854-C23E-46D6-509980EB5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BCB91-B8BA-0C6B-991C-C1C638C48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422C0-D6E3-569E-C32E-7FB844F2E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E86D8-FB4B-1C45-F620-EEE21CA12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269650-9839-9AC3-3A13-D98C9AD0F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EC075-471F-4D23-E4A6-0AEB9291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DDED2-7F31-83BA-377C-CA8C68F8C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97059-3948-5B99-9B51-70396A6A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5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3399-58FC-B14E-7E75-32FFBCCB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A9737-462A-6838-A58C-8CF7285D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E786C-B52C-A43E-BFCC-E50B87DB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6C3AD-156D-3C84-249E-0B9F5BA3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3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B944F-555C-E7C6-6A42-A28FB9ED7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06F25-7260-DDD6-191D-B13BCACBB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80223-7178-243C-E6A0-47140805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6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A1CCF-6670-280F-273F-A2294181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77010-8659-CB13-0B2E-B2C702C7D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838D9-37D1-9989-8271-AD08F9FAF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1E3D3-B7AD-10AB-F415-47CDB627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EB984-F3AE-E143-7544-64E1C5E77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97345-C606-B219-30DD-77D82459B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4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1E98-B6F8-D47D-A596-C99F1492A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B2BB42-50D6-2C21-1A2B-01A52E80A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D0609-4878-ECF8-7248-6586F0C2E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5DFC2-0BFB-9983-1C8A-1536CB86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9230F-090D-D801-77EB-82AB728B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1333B-F650-8FF4-365B-85321A00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03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F6030-E8CE-80C7-DAC4-B29083F7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BC4A4-B3A2-BD77-9D89-99D2F01BA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77BA4-EFF2-F632-D8E9-50C805C2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B2B48-47EE-409A-179E-3391CDF0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655D-D2AE-6D23-AC92-4FCF7D58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7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69CAA-E8DA-B193-925F-B2F1C48DC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156F4-D736-9940-E669-EE1AAD9EB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D7B67-BD99-90C4-07F7-6C19ADB84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94154-CF2A-09F2-DB7D-2E8141C60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3E0B1-9A01-A2CF-D02B-9C8AEC99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6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5702CF-8133-F9E7-6186-6BA7F07E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1FEF1-8680-3962-9995-DEE2DA0AC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51EE1-7A6A-1E13-27A8-34DDDEBDC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F43C6-A34A-4698-9C71-8CDDD6B0FFAC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A70F9-47E5-6822-94CD-6543E2D2B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28F08-A2A0-6DDA-8CC7-70C7F03C2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09408-8ED4-4FFC-AD35-1D207D436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52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hopscotch on a sidewalk">
            <a:extLst>
              <a:ext uri="{FF2B5EF4-FFF2-40B4-BE49-F238E27FC236}">
                <a16:creationId xmlns:a16="http://schemas.microsoft.com/office/drawing/2014/main" id="{1C5B972D-E3CE-0163-7F45-07C9307A8B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096" b="863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60CB37-3C33-D7FE-F917-CB9F9F06E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SQL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7FE42-42E2-9950-CEFE-E8C22C52B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Hunter Bartlett</a:t>
            </a:r>
          </a:p>
          <a:p>
            <a:r>
              <a:rPr lang="en-US" sz="1700">
                <a:solidFill>
                  <a:srgbClr val="FFFFFF"/>
                </a:solidFill>
              </a:rPr>
              <a:t>ISIN 325 Database Security</a:t>
            </a:r>
          </a:p>
          <a:p>
            <a:r>
              <a:rPr lang="en-US" sz="1700">
                <a:solidFill>
                  <a:srgbClr val="FFFFFF"/>
                </a:solidFill>
              </a:rPr>
              <a:t>Dr. Greg Gogolin</a:t>
            </a:r>
          </a:p>
        </p:txBody>
      </p:sp>
    </p:spTree>
    <p:extLst>
      <p:ext uri="{BB962C8B-B14F-4D97-AF65-F5344CB8AC3E}">
        <p14:creationId xmlns:p14="http://schemas.microsoft.com/office/powerpoint/2010/main" val="1407612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7C072-88EC-09AF-CFB6-CEAEE4052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Create a Function to Get Ages Based on DOB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A882A-C0D5-C555-066B-E1A156775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992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777531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11C1-FBDA-3023-52F8-D2251C158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000"/>
              <a:t>Create View to get Rate Amount from Rate Table While Including Rider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50D1FE-C958-E721-3852-CB388D5E9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8523" b="-1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099246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C10CC-2F5F-976C-B463-7FF690BF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Completed Table of Rates With New Rate With Riders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5A3FBE-9232-1F71-B225-3E7872C6D0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894" r="-1" b="28655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528660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4b0362e-85c0-4e95-a4ce-5651d96cb739}" enabled="0" method="" siteId="{64b0362e-85c0-4e95-a4ce-5651d96cb7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SQL 4</vt:lpstr>
      <vt:lpstr>Create a Function to Get Ages Based on DOB</vt:lpstr>
      <vt:lpstr>Create View to get Rate Amount from Rate Table While Including Rider</vt:lpstr>
      <vt:lpstr>Completed Table of Rates With New Rate With Riders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Hunter Bartlett</dc:creator>
  <cp:lastModifiedBy>Hunter Bartlett</cp:lastModifiedBy>
  <cp:revision>1</cp:revision>
  <dcterms:created xsi:type="dcterms:W3CDTF">2025-12-03T01:34:09Z</dcterms:created>
  <dcterms:modified xsi:type="dcterms:W3CDTF">2025-12-04T14:41:29Z</dcterms:modified>
</cp:coreProperties>
</file>