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7E1D0-36AB-47ED-B27A-352DFD9D3F40}" v="2" dt="2025-11-04T22:23:40.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37" d="100"/>
          <a:sy n="37" d="100"/>
        </p:scale>
        <p:origin x="66" y="15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er Bartlett" userId="cbf17650-2326-4151-9551-5062c83f5ca3" providerId="ADAL" clId="{A8ED9588-72CB-431E-8FF0-80C39D5F9BE2}"/>
    <pc:docChg chg="custSel modSld">
      <pc:chgData name="Hunter Bartlett" userId="cbf17650-2326-4151-9551-5062c83f5ca3" providerId="ADAL" clId="{A8ED9588-72CB-431E-8FF0-80C39D5F9BE2}" dt="2025-10-30T14:09:21.337" v="586" actId="20577"/>
      <pc:docMkLst>
        <pc:docMk/>
      </pc:docMkLst>
      <pc:sldChg chg="modSp mod">
        <pc:chgData name="Hunter Bartlett" userId="cbf17650-2326-4151-9551-5062c83f5ca3" providerId="ADAL" clId="{A8ED9588-72CB-431E-8FF0-80C39D5F9BE2}" dt="2025-10-30T14:09:21.337" v="586" actId="20577"/>
        <pc:sldMkLst>
          <pc:docMk/>
          <pc:sldMk cId="179292431" sldId="257"/>
        </pc:sldMkLst>
        <pc:spChg chg="mod">
          <ac:chgData name="Hunter Bartlett" userId="cbf17650-2326-4151-9551-5062c83f5ca3" providerId="ADAL" clId="{A8ED9588-72CB-431E-8FF0-80C39D5F9BE2}" dt="2025-10-30T14:09:21.337" v="586" actId="20577"/>
          <ac:spMkLst>
            <pc:docMk/>
            <pc:sldMk cId="179292431" sldId="257"/>
            <ac:spMk id="3" creationId="{57D7F9AB-5C2A-872C-E7F3-86875F32B511}"/>
          </ac:spMkLst>
        </pc:spChg>
      </pc:sldChg>
      <pc:sldChg chg="modSp mod">
        <pc:chgData name="Hunter Bartlett" userId="cbf17650-2326-4151-9551-5062c83f5ca3" providerId="ADAL" clId="{A8ED9588-72CB-431E-8FF0-80C39D5F9BE2}" dt="2025-10-30T14:04:15.269" v="173" actId="20577"/>
        <pc:sldMkLst>
          <pc:docMk/>
          <pc:sldMk cId="165678812" sldId="258"/>
        </pc:sldMkLst>
        <pc:spChg chg="mod">
          <ac:chgData name="Hunter Bartlett" userId="cbf17650-2326-4151-9551-5062c83f5ca3" providerId="ADAL" clId="{A8ED9588-72CB-431E-8FF0-80C39D5F9BE2}" dt="2025-10-30T14:04:15.269" v="173" actId="20577"/>
          <ac:spMkLst>
            <pc:docMk/>
            <pc:sldMk cId="165678812" sldId="258"/>
            <ac:spMk id="3" creationId="{65CF0B15-F9AF-E4E6-DD29-7E6F11D283D1}"/>
          </ac:spMkLst>
        </pc:spChg>
        <pc:picChg chg="mod">
          <ac:chgData name="Hunter Bartlett" userId="cbf17650-2326-4151-9551-5062c83f5ca3" providerId="ADAL" clId="{A8ED9588-72CB-431E-8FF0-80C39D5F9BE2}" dt="2025-10-30T14:03:34.166" v="0" actId="1076"/>
          <ac:picMkLst>
            <pc:docMk/>
            <pc:sldMk cId="165678812" sldId="258"/>
            <ac:picMk id="5" creationId="{5D9AFA92-B83A-EC30-BEDD-CE541515F3B5}"/>
          </ac:picMkLst>
        </pc:picChg>
      </pc:sldChg>
      <pc:sldChg chg="modSp mod">
        <pc:chgData name="Hunter Bartlett" userId="cbf17650-2326-4151-9551-5062c83f5ca3" providerId="ADAL" clId="{A8ED9588-72CB-431E-8FF0-80C39D5F9BE2}" dt="2025-10-30T14:05:20.300" v="305" actId="20577"/>
        <pc:sldMkLst>
          <pc:docMk/>
          <pc:sldMk cId="2179489917" sldId="259"/>
        </pc:sldMkLst>
        <pc:spChg chg="mod">
          <ac:chgData name="Hunter Bartlett" userId="cbf17650-2326-4151-9551-5062c83f5ca3" providerId="ADAL" clId="{A8ED9588-72CB-431E-8FF0-80C39D5F9BE2}" dt="2025-10-30T14:05:20.300" v="305" actId="20577"/>
          <ac:spMkLst>
            <pc:docMk/>
            <pc:sldMk cId="2179489917" sldId="259"/>
            <ac:spMk id="3" creationId="{BC165E0C-38C4-D5BE-5FB9-161AF016D84D}"/>
          </ac:spMkLst>
        </pc:spChg>
        <pc:picChg chg="mod">
          <ac:chgData name="Hunter Bartlett" userId="cbf17650-2326-4151-9551-5062c83f5ca3" providerId="ADAL" clId="{A8ED9588-72CB-431E-8FF0-80C39D5F9BE2}" dt="2025-10-30T14:04:19.639" v="174" actId="1076"/>
          <ac:picMkLst>
            <pc:docMk/>
            <pc:sldMk cId="2179489917" sldId="259"/>
            <ac:picMk id="5" creationId="{ECB575D5-1F77-DFE4-D742-3386C3B1818F}"/>
          </ac:picMkLst>
        </pc:picChg>
        <pc:picChg chg="mod">
          <ac:chgData name="Hunter Bartlett" userId="cbf17650-2326-4151-9551-5062c83f5ca3" providerId="ADAL" clId="{A8ED9588-72CB-431E-8FF0-80C39D5F9BE2}" dt="2025-10-30T14:04:22.398" v="175" actId="1076"/>
          <ac:picMkLst>
            <pc:docMk/>
            <pc:sldMk cId="2179489917" sldId="259"/>
            <ac:picMk id="7" creationId="{F64B12DE-F84A-EC6A-89A8-F1745B6A9DDF}"/>
          </ac:picMkLst>
        </pc:picChg>
      </pc:sldChg>
      <pc:sldChg chg="modSp mod">
        <pc:chgData name="Hunter Bartlett" userId="cbf17650-2326-4151-9551-5062c83f5ca3" providerId="ADAL" clId="{A8ED9588-72CB-431E-8FF0-80C39D5F9BE2}" dt="2025-10-30T14:09:11.854" v="574" actId="20577"/>
        <pc:sldMkLst>
          <pc:docMk/>
          <pc:sldMk cId="629902554" sldId="260"/>
        </pc:sldMkLst>
        <pc:spChg chg="mod">
          <ac:chgData name="Hunter Bartlett" userId="cbf17650-2326-4151-9551-5062c83f5ca3" providerId="ADAL" clId="{A8ED9588-72CB-431E-8FF0-80C39D5F9BE2}" dt="2025-10-30T14:09:11.854" v="574" actId="20577"/>
          <ac:spMkLst>
            <pc:docMk/>
            <pc:sldMk cId="629902554" sldId="260"/>
            <ac:spMk id="3" creationId="{678D28D6-0B02-3154-90CA-98BB31B21F13}"/>
          </ac:spMkLst>
        </pc:spChg>
      </pc:sldChg>
    </pc:docChg>
  </pc:docChgLst>
  <pc:docChgLst>
    <pc:chgData name="Hunter Bartlett" userId="cbf17650-2326-4151-9551-5062c83f5ca3" providerId="ADAL" clId="{8416EA73-9409-44C8-898A-EB27D02DEE3C}"/>
    <pc:docChg chg="undo custSel addSld modSld">
      <pc:chgData name="Hunter Bartlett" userId="cbf17650-2326-4151-9551-5062c83f5ca3" providerId="ADAL" clId="{8416EA73-9409-44C8-898A-EB27D02DEE3C}" dt="2025-11-04T22:26:55.583" v="688" actId="26606"/>
      <pc:docMkLst>
        <pc:docMk/>
      </pc:docMkLst>
      <pc:sldChg chg="addSp modSp mod setBg addAnim">
        <pc:chgData name="Hunter Bartlett" userId="cbf17650-2326-4151-9551-5062c83f5ca3" providerId="ADAL" clId="{8416EA73-9409-44C8-898A-EB27D02DEE3C}" dt="2025-11-04T22:26:19.969" v="678"/>
        <pc:sldMkLst>
          <pc:docMk/>
          <pc:sldMk cId="2202101527" sldId="256"/>
        </pc:sldMkLst>
        <pc:spChg chg="mod">
          <ac:chgData name="Hunter Bartlett" userId="cbf17650-2326-4151-9551-5062c83f5ca3" providerId="ADAL" clId="{8416EA73-9409-44C8-898A-EB27D02DEE3C}" dt="2025-11-04T22:26:19.962" v="676" actId="26606"/>
          <ac:spMkLst>
            <pc:docMk/>
            <pc:sldMk cId="2202101527" sldId="256"/>
            <ac:spMk id="2" creationId="{756F2C55-A9EE-28ED-CB43-E146FE179A71}"/>
          </ac:spMkLst>
        </pc:spChg>
        <pc:spChg chg="mod">
          <ac:chgData name="Hunter Bartlett" userId="cbf17650-2326-4151-9551-5062c83f5ca3" providerId="ADAL" clId="{8416EA73-9409-44C8-898A-EB27D02DEE3C}" dt="2025-11-04T22:26:19.962" v="676" actId="26606"/>
          <ac:spMkLst>
            <pc:docMk/>
            <pc:sldMk cId="2202101527" sldId="256"/>
            <ac:spMk id="3" creationId="{9BCF03B7-8F47-A326-B431-61EF21A70D28}"/>
          </ac:spMkLst>
        </pc:spChg>
        <pc:spChg chg="add">
          <ac:chgData name="Hunter Bartlett" userId="cbf17650-2326-4151-9551-5062c83f5ca3" providerId="ADAL" clId="{8416EA73-9409-44C8-898A-EB27D02DEE3C}" dt="2025-11-04T22:26:19.962" v="676" actId="26606"/>
          <ac:spMkLst>
            <pc:docMk/>
            <pc:sldMk cId="2202101527" sldId="256"/>
            <ac:spMk id="9" creationId="{EB0222B5-B739-82A9-5CCC-C5585AE12A69}"/>
          </ac:spMkLst>
        </pc:spChg>
        <pc:spChg chg="add">
          <ac:chgData name="Hunter Bartlett" userId="cbf17650-2326-4151-9551-5062c83f5ca3" providerId="ADAL" clId="{8416EA73-9409-44C8-898A-EB27D02DEE3C}" dt="2025-11-04T22:26:19.962" v="676" actId="26606"/>
          <ac:spMkLst>
            <pc:docMk/>
            <pc:sldMk cId="2202101527" sldId="256"/>
            <ac:spMk id="11" creationId="{5BE23E75-E7E9-4D9F-6D25-5512363F8621}"/>
          </ac:spMkLst>
        </pc:spChg>
        <pc:picChg chg="add">
          <ac:chgData name="Hunter Bartlett" userId="cbf17650-2326-4151-9551-5062c83f5ca3" providerId="ADAL" clId="{8416EA73-9409-44C8-898A-EB27D02DEE3C}" dt="2025-11-04T22:26:19.962" v="676" actId="26606"/>
          <ac:picMkLst>
            <pc:docMk/>
            <pc:sldMk cId="2202101527" sldId="256"/>
            <ac:picMk id="5" creationId="{3F4CA38B-5CB7-DABA-77A8-FD151269C07F}"/>
          </ac:picMkLst>
        </pc:picChg>
        <pc:cxnChg chg="add">
          <ac:chgData name="Hunter Bartlett" userId="cbf17650-2326-4151-9551-5062c83f5ca3" providerId="ADAL" clId="{8416EA73-9409-44C8-898A-EB27D02DEE3C}" dt="2025-11-04T22:26:19.962" v="676" actId="26606"/>
          <ac:cxnSpMkLst>
            <pc:docMk/>
            <pc:sldMk cId="2202101527" sldId="256"/>
            <ac:cxnSpMk id="13" creationId="{61B115DB-65EB-3FC3-7284-CFDF4ADC60B6}"/>
          </ac:cxnSpMkLst>
        </pc:cxnChg>
      </pc:sldChg>
      <pc:sldChg chg="addSp modSp mod setBg">
        <pc:chgData name="Hunter Bartlett" userId="cbf17650-2326-4151-9551-5062c83f5ca3" providerId="ADAL" clId="{8416EA73-9409-44C8-898A-EB27D02DEE3C}" dt="2025-11-04T22:26:24.719" v="679" actId="26606"/>
        <pc:sldMkLst>
          <pc:docMk/>
          <pc:sldMk cId="179292431" sldId="257"/>
        </pc:sldMkLst>
        <pc:spChg chg="mod">
          <ac:chgData name="Hunter Bartlett" userId="cbf17650-2326-4151-9551-5062c83f5ca3" providerId="ADAL" clId="{8416EA73-9409-44C8-898A-EB27D02DEE3C}" dt="2025-11-04T22:26:24.719" v="679" actId="26606"/>
          <ac:spMkLst>
            <pc:docMk/>
            <pc:sldMk cId="179292431" sldId="257"/>
            <ac:spMk id="2" creationId="{B8EC6421-12FC-57BD-E90F-0E1B12E41850}"/>
          </ac:spMkLst>
        </pc:spChg>
        <pc:spChg chg="mod">
          <ac:chgData name="Hunter Bartlett" userId="cbf17650-2326-4151-9551-5062c83f5ca3" providerId="ADAL" clId="{8416EA73-9409-44C8-898A-EB27D02DEE3C}" dt="2025-11-04T22:26:24.719" v="679" actId="26606"/>
          <ac:spMkLst>
            <pc:docMk/>
            <pc:sldMk cId="179292431" sldId="257"/>
            <ac:spMk id="3" creationId="{57D7F9AB-5C2A-872C-E7F3-86875F32B511}"/>
          </ac:spMkLst>
        </pc:spChg>
        <pc:picChg chg="add">
          <ac:chgData name="Hunter Bartlett" userId="cbf17650-2326-4151-9551-5062c83f5ca3" providerId="ADAL" clId="{8416EA73-9409-44C8-898A-EB27D02DEE3C}" dt="2025-11-04T22:26:24.719" v="679" actId="26606"/>
          <ac:picMkLst>
            <pc:docMk/>
            <pc:sldMk cId="179292431" sldId="257"/>
            <ac:picMk id="5" creationId="{60C0DCA1-A2CB-7F4B-7384-EF63CC51642D}"/>
          </ac:picMkLst>
        </pc:picChg>
        <pc:cxnChg chg="add">
          <ac:chgData name="Hunter Bartlett" userId="cbf17650-2326-4151-9551-5062c83f5ca3" providerId="ADAL" clId="{8416EA73-9409-44C8-898A-EB27D02DEE3C}" dt="2025-11-04T22:26:24.719" v="679" actId="26606"/>
          <ac:cxnSpMkLst>
            <pc:docMk/>
            <pc:sldMk cId="179292431" sldId="257"/>
            <ac:cxnSpMk id="9" creationId="{1503BFE4-729B-D9D0-C17B-501E6AF1127A}"/>
          </ac:cxnSpMkLst>
        </pc:cxnChg>
      </pc:sldChg>
      <pc:sldChg chg="addSp delSp modSp mod setBg">
        <pc:chgData name="Hunter Bartlett" userId="cbf17650-2326-4151-9551-5062c83f5ca3" providerId="ADAL" clId="{8416EA73-9409-44C8-898A-EB27D02DEE3C}" dt="2025-11-04T22:26:30.579" v="682" actId="26606"/>
        <pc:sldMkLst>
          <pc:docMk/>
          <pc:sldMk cId="165678812" sldId="258"/>
        </pc:sldMkLst>
        <pc:spChg chg="mod">
          <ac:chgData name="Hunter Bartlett" userId="cbf17650-2326-4151-9551-5062c83f5ca3" providerId="ADAL" clId="{8416EA73-9409-44C8-898A-EB27D02DEE3C}" dt="2025-11-04T22:26:30.579" v="682" actId="26606"/>
          <ac:spMkLst>
            <pc:docMk/>
            <pc:sldMk cId="165678812" sldId="258"/>
            <ac:spMk id="2" creationId="{EE246035-5E9A-365F-5A06-BCE81286849E}"/>
          </ac:spMkLst>
        </pc:spChg>
        <pc:spChg chg="mod">
          <ac:chgData name="Hunter Bartlett" userId="cbf17650-2326-4151-9551-5062c83f5ca3" providerId="ADAL" clId="{8416EA73-9409-44C8-898A-EB27D02DEE3C}" dt="2025-11-04T22:26:30.579" v="682" actId="26606"/>
          <ac:spMkLst>
            <pc:docMk/>
            <pc:sldMk cId="165678812" sldId="258"/>
            <ac:spMk id="3" creationId="{65CF0B15-F9AF-E4E6-DD29-7E6F11D283D1}"/>
          </ac:spMkLst>
        </pc:spChg>
        <pc:picChg chg="mod">
          <ac:chgData name="Hunter Bartlett" userId="cbf17650-2326-4151-9551-5062c83f5ca3" providerId="ADAL" clId="{8416EA73-9409-44C8-898A-EB27D02DEE3C}" dt="2025-11-04T22:26:30.579" v="682" actId="26606"/>
          <ac:picMkLst>
            <pc:docMk/>
            <pc:sldMk cId="165678812" sldId="258"/>
            <ac:picMk id="5" creationId="{5D9AFA92-B83A-EC30-BEDD-CE541515F3B5}"/>
          </ac:picMkLst>
        </pc:picChg>
        <pc:cxnChg chg="add del">
          <ac:chgData name="Hunter Bartlett" userId="cbf17650-2326-4151-9551-5062c83f5ca3" providerId="ADAL" clId="{8416EA73-9409-44C8-898A-EB27D02DEE3C}" dt="2025-11-04T22:26:30.575" v="681" actId="26606"/>
          <ac:cxnSpMkLst>
            <pc:docMk/>
            <pc:sldMk cId="165678812" sldId="258"/>
            <ac:cxnSpMk id="10" creationId="{1503BFE4-729B-D9D0-C17B-501E6AF1127A}"/>
          </ac:cxnSpMkLst>
        </pc:cxnChg>
        <pc:cxnChg chg="add">
          <ac:chgData name="Hunter Bartlett" userId="cbf17650-2326-4151-9551-5062c83f5ca3" providerId="ADAL" clId="{8416EA73-9409-44C8-898A-EB27D02DEE3C}" dt="2025-11-04T22:26:30.579" v="682" actId="26606"/>
          <ac:cxnSpMkLst>
            <pc:docMk/>
            <pc:sldMk cId="165678812" sldId="258"/>
            <ac:cxnSpMk id="12" creationId="{FC23E3B9-5ABF-58B3-E2B0-E9A5DAA90037}"/>
          </ac:cxnSpMkLst>
        </pc:cxnChg>
      </pc:sldChg>
      <pc:sldChg chg="addSp modSp mod setBg">
        <pc:chgData name="Hunter Bartlett" userId="cbf17650-2326-4151-9551-5062c83f5ca3" providerId="ADAL" clId="{8416EA73-9409-44C8-898A-EB27D02DEE3C}" dt="2025-11-04T22:26:36.366" v="683" actId="26606"/>
        <pc:sldMkLst>
          <pc:docMk/>
          <pc:sldMk cId="2179489917" sldId="259"/>
        </pc:sldMkLst>
        <pc:spChg chg="mod">
          <ac:chgData name="Hunter Bartlett" userId="cbf17650-2326-4151-9551-5062c83f5ca3" providerId="ADAL" clId="{8416EA73-9409-44C8-898A-EB27D02DEE3C}" dt="2025-11-04T22:26:36.366" v="683" actId="26606"/>
          <ac:spMkLst>
            <pc:docMk/>
            <pc:sldMk cId="2179489917" sldId="259"/>
            <ac:spMk id="2" creationId="{9308A432-EB0A-0670-C427-B0D75DB50340}"/>
          </ac:spMkLst>
        </pc:spChg>
        <pc:spChg chg="mod">
          <ac:chgData name="Hunter Bartlett" userId="cbf17650-2326-4151-9551-5062c83f5ca3" providerId="ADAL" clId="{8416EA73-9409-44C8-898A-EB27D02DEE3C}" dt="2025-11-04T22:26:36.366" v="683" actId="26606"/>
          <ac:spMkLst>
            <pc:docMk/>
            <pc:sldMk cId="2179489917" sldId="259"/>
            <ac:spMk id="3" creationId="{BC165E0C-38C4-D5BE-5FB9-161AF016D84D}"/>
          </ac:spMkLst>
        </pc:spChg>
        <pc:picChg chg="mod">
          <ac:chgData name="Hunter Bartlett" userId="cbf17650-2326-4151-9551-5062c83f5ca3" providerId="ADAL" clId="{8416EA73-9409-44C8-898A-EB27D02DEE3C}" dt="2025-11-04T22:26:36.366" v="683" actId="26606"/>
          <ac:picMkLst>
            <pc:docMk/>
            <pc:sldMk cId="2179489917" sldId="259"/>
            <ac:picMk id="5" creationId="{ECB575D5-1F77-DFE4-D742-3386C3B1818F}"/>
          </ac:picMkLst>
        </pc:picChg>
        <pc:picChg chg="mod">
          <ac:chgData name="Hunter Bartlett" userId="cbf17650-2326-4151-9551-5062c83f5ca3" providerId="ADAL" clId="{8416EA73-9409-44C8-898A-EB27D02DEE3C}" dt="2025-11-04T22:26:36.366" v="683" actId="26606"/>
          <ac:picMkLst>
            <pc:docMk/>
            <pc:sldMk cId="2179489917" sldId="259"/>
            <ac:picMk id="7" creationId="{F64B12DE-F84A-EC6A-89A8-F1745B6A9DDF}"/>
          </ac:picMkLst>
        </pc:picChg>
        <pc:cxnChg chg="add">
          <ac:chgData name="Hunter Bartlett" userId="cbf17650-2326-4151-9551-5062c83f5ca3" providerId="ADAL" clId="{8416EA73-9409-44C8-898A-EB27D02DEE3C}" dt="2025-11-04T22:26:36.366" v="683" actId="26606"/>
          <ac:cxnSpMkLst>
            <pc:docMk/>
            <pc:sldMk cId="2179489917" sldId="259"/>
            <ac:cxnSpMk id="12" creationId="{192712F8-36FA-35DF-0CE8-4098D93322A3}"/>
          </ac:cxnSpMkLst>
        </pc:cxnChg>
        <pc:cxnChg chg="add">
          <ac:chgData name="Hunter Bartlett" userId="cbf17650-2326-4151-9551-5062c83f5ca3" providerId="ADAL" clId="{8416EA73-9409-44C8-898A-EB27D02DEE3C}" dt="2025-11-04T22:26:36.366" v="683" actId="26606"/>
          <ac:cxnSpMkLst>
            <pc:docMk/>
            <pc:sldMk cId="2179489917" sldId="259"/>
            <ac:cxnSpMk id="14" creationId="{AF9469B9-6468-5B6A-E832-8D4590388432}"/>
          </ac:cxnSpMkLst>
        </pc:cxnChg>
      </pc:sldChg>
      <pc:sldChg chg="addSp delSp modSp mod setBg">
        <pc:chgData name="Hunter Bartlett" userId="cbf17650-2326-4151-9551-5062c83f5ca3" providerId="ADAL" clId="{8416EA73-9409-44C8-898A-EB27D02DEE3C}" dt="2025-11-04T22:26:49.632" v="686" actId="26606"/>
        <pc:sldMkLst>
          <pc:docMk/>
          <pc:sldMk cId="629902554" sldId="260"/>
        </pc:sldMkLst>
        <pc:spChg chg="mod">
          <ac:chgData name="Hunter Bartlett" userId="cbf17650-2326-4151-9551-5062c83f5ca3" providerId="ADAL" clId="{8416EA73-9409-44C8-898A-EB27D02DEE3C}" dt="2025-11-04T22:26:49.632" v="686" actId="26606"/>
          <ac:spMkLst>
            <pc:docMk/>
            <pc:sldMk cId="629902554" sldId="260"/>
            <ac:spMk id="2" creationId="{894B6C61-8A6C-2CBD-7FBE-53E317469555}"/>
          </ac:spMkLst>
        </pc:spChg>
        <pc:spChg chg="mod">
          <ac:chgData name="Hunter Bartlett" userId="cbf17650-2326-4151-9551-5062c83f5ca3" providerId="ADAL" clId="{8416EA73-9409-44C8-898A-EB27D02DEE3C}" dt="2025-11-04T22:26:49.632" v="686" actId="26606"/>
          <ac:spMkLst>
            <pc:docMk/>
            <pc:sldMk cId="629902554" sldId="260"/>
            <ac:spMk id="3" creationId="{678D28D6-0B02-3154-90CA-98BB31B21F13}"/>
          </ac:spMkLst>
        </pc:spChg>
        <pc:spChg chg="add">
          <ac:chgData name="Hunter Bartlett" userId="cbf17650-2326-4151-9551-5062c83f5ca3" providerId="ADAL" clId="{8416EA73-9409-44C8-898A-EB27D02DEE3C}" dt="2025-11-04T22:26:49.632" v="686" actId="26606"/>
          <ac:spMkLst>
            <pc:docMk/>
            <pc:sldMk cId="629902554" sldId="260"/>
            <ac:spMk id="8" creationId="{87BF42CA-AD55-48B4-8949-C4DCA60A6AEE}"/>
          </ac:spMkLst>
        </pc:spChg>
        <pc:spChg chg="add del">
          <ac:chgData name="Hunter Bartlett" userId="cbf17650-2326-4151-9551-5062c83f5ca3" providerId="ADAL" clId="{8416EA73-9409-44C8-898A-EB27D02DEE3C}" dt="2025-11-04T22:26:49.618" v="685" actId="26606"/>
          <ac:spMkLst>
            <pc:docMk/>
            <pc:sldMk cId="629902554" sldId="260"/>
            <ac:spMk id="9" creationId="{C0763A76-9F1C-4FC5-82B7-DD475DA461B2}"/>
          </ac:spMkLst>
        </pc:spChg>
        <pc:spChg chg="add">
          <ac:chgData name="Hunter Bartlett" userId="cbf17650-2326-4151-9551-5062c83f5ca3" providerId="ADAL" clId="{8416EA73-9409-44C8-898A-EB27D02DEE3C}" dt="2025-11-04T22:26:49.632" v="686" actId="26606"/>
          <ac:spMkLst>
            <pc:docMk/>
            <pc:sldMk cId="629902554" sldId="260"/>
            <ac:spMk id="10" creationId="{66AE1D3D-3106-4CB2-AA7C-0C1642AC0F2E}"/>
          </ac:spMkLst>
        </pc:spChg>
        <pc:spChg chg="add del">
          <ac:chgData name="Hunter Bartlett" userId="cbf17650-2326-4151-9551-5062c83f5ca3" providerId="ADAL" clId="{8416EA73-9409-44C8-898A-EB27D02DEE3C}" dt="2025-11-04T22:26:49.618" v="685" actId="26606"/>
          <ac:spMkLst>
            <pc:docMk/>
            <pc:sldMk cId="629902554" sldId="260"/>
            <ac:spMk id="11" creationId="{E81BF4F6-F2CF-4984-9D14-D6966D92F99F}"/>
          </ac:spMkLst>
        </pc:spChg>
        <pc:grpChg chg="add">
          <ac:chgData name="Hunter Bartlett" userId="cbf17650-2326-4151-9551-5062c83f5ca3" providerId="ADAL" clId="{8416EA73-9409-44C8-898A-EB27D02DEE3C}" dt="2025-11-04T22:26:49.632" v="686" actId="26606"/>
          <ac:grpSpMkLst>
            <pc:docMk/>
            <pc:sldMk cId="629902554" sldId="260"/>
            <ac:grpSpMk id="12" creationId="{0A31B6AF-B711-4CDB-8C2B-16E963DDC4C5}"/>
          </ac:grpSpMkLst>
        </pc:grpChg>
        <pc:picChg chg="add del">
          <ac:chgData name="Hunter Bartlett" userId="cbf17650-2326-4151-9551-5062c83f5ca3" providerId="ADAL" clId="{8416EA73-9409-44C8-898A-EB27D02DEE3C}" dt="2025-11-04T22:26:49.618" v="685" actId="26606"/>
          <ac:picMkLst>
            <pc:docMk/>
            <pc:sldMk cId="629902554" sldId="260"/>
            <ac:picMk id="5" creationId="{C9196EDC-FC58-66DE-5419-309CE5FA5CA5}"/>
          </ac:picMkLst>
        </pc:picChg>
      </pc:sldChg>
      <pc:sldChg chg="addSp modSp mod setBg">
        <pc:chgData name="Hunter Bartlett" userId="cbf17650-2326-4151-9551-5062c83f5ca3" providerId="ADAL" clId="{8416EA73-9409-44C8-898A-EB27D02DEE3C}" dt="2025-11-04T22:26:55.583" v="688" actId="26606"/>
        <pc:sldMkLst>
          <pc:docMk/>
          <pc:sldMk cId="3540086687" sldId="261"/>
        </pc:sldMkLst>
        <pc:spChg chg="mod">
          <ac:chgData name="Hunter Bartlett" userId="cbf17650-2326-4151-9551-5062c83f5ca3" providerId="ADAL" clId="{8416EA73-9409-44C8-898A-EB27D02DEE3C}" dt="2025-11-04T22:26:55.583" v="688" actId="26606"/>
          <ac:spMkLst>
            <pc:docMk/>
            <pc:sldMk cId="3540086687" sldId="261"/>
            <ac:spMk id="2" creationId="{FE4FDD33-2E8E-8EC5-5E83-7992041285B2}"/>
          </ac:spMkLst>
        </pc:spChg>
        <pc:spChg chg="mod">
          <ac:chgData name="Hunter Bartlett" userId="cbf17650-2326-4151-9551-5062c83f5ca3" providerId="ADAL" clId="{8416EA73-9409-44C8-898A-EB27D02DEE3C}" dt="2025-11-04T22:26:55.583" v="688" actId="26606"/>
          <ac:spMkLst>
            <pc:docMk/>
            <pc:sldMk cId="3540086687" sldId="261"/>
            <ac:spMk id="3" creationId="{04DCEBE0-9730-F322-CB2D-CF0CF238C93D}"/>
          </ac:spMkLst>
        </pc:spChg>
        <pc:spChg chg="add">
          <ac:chgData name="Hunter Bartlett" userId="cbf17650-2326-4151-9551-5062c83f5ca3" providerId="ADAL" clId="{8416EA73-9409-44C8-898A-EB27D02DEE3C}" dt="2025-11-04T22:26:55.583" v="688" actId="26606"/>
          <ac:spMkLst>
            <pc:docMk/>
            <pc:sldMk cId="3540086687" sldId="261"/>
            <ac:spMk id="8" creationId="{87BF42CA-AD55-48B4-8949-C4DCA60A6AEE}"/>
          </ac:spMkLst>
        </pc:spChg>
        <pc:spChg chg="add">
          <ac:chgData name="Hunter Bartlett" userId="cbf17650-2326-4151-9551-5062c83f5ca3" providerId="ADAL" clId="{8416EA73-9409-44C8-898A-EB27D02DEE3C}" dt="2025-11-04T22:26:55.583" v="688" actId="26606"/>
          <ac:spMkLst>
            <pc:docMk/>
            <pc:sldMk cId="3540086687" sldId="261"/>
            <ac:spMk id="10" creationId="{66AE1D3D-3106-4CB2-AA7C-0C1642AC0F2E}"/>
          </ac:spMkLst>
        </pc:spChg>
        <pc:grpChg chg="add">
          <ac:chgData name="Hunter Bartlett" userId="cbf17650-2326-4151-9551-5062c83f5ca3" providerId="ADAL" clId="{8416EA73-9409-44C8-898A-EB27D02DEE3C}" dt="2025-11-04T22:26:55.583" v="688" actId="26606"/>
          <ac:grpSpMkLst>
            <pc:docMk/>
            <pc:sldMk cId="3540086687" sldId="261"/>
            <ac:grpSpMk id="12" creationId="{0A31B6AF-B711-4CDB-8C2B-16E963DDC4C5}"/>
          </ac:grpSpMkLst>
        </pc:grpChg>
      </pc:sldChg>
      <pc:sldChg chg="addSp modSp new mod setBg">
        <pc:chgData name="Hunter Bartlett" userId="cbf17650-2326-4151-9551-5062c83f5ca3" providerId="ADAL" clId="{8416EA73-9409-44C8-898A-EB27D02DEE3C}" dt="2025-11-04T22:26:53.020" v="687" actId="26606"/>
        <pc:sldMkLst>
          <pc:docMk/>
          <pc:sldMk cId="1766014221" sldId="262"/>
        </pc:sldMkLst>
        <pc:spChg chg="mod">
          <ac:chgData name="Hunter Bartlett" userId="cbf17650-2326-4151-9551-5062c83f5ca3" providerId="ADAL" clId="{8416EA73-9409-44C8-898A-EB27D02DEE3C}" dt="2025-11-04T22:26:53.020" v="687" actId="26606"/>
          <ac:spMkLst>
            <pc:docMk/>
            <pc:sldMk cId="1766014221" sldId="262"/>
            <ac:spMk id="2" creationId="{4AA2998E-EB44-8622-8883-B260F54A5F85}"/>
          </ac:spMkLst>
        </pc:spChg>
        <pc:spChg chg="mod">
          <ac:chgData name="Hunter Bartlett" userId="cbf17650-2326-4151-9551-5062c83f5ca3" providerId="ADAL" clId="{8416EA73-9409-44C8-898A-EB27D02DEE3C}" dt="2025-11-04T22:26:53.020" v="687" actId="26606"/>
          <ac:spMkLst>
            <pc:docMk/>
            <pc:sldMk cId="1766014221" sldId="262"/>
            <ac:spMk id="3" creationId="{46A4544D-622E-0197-723F-98E4AA4E353E}"/>
          </ac:spMkLst>
        </pc:spChg>
        <pc:spChg chg="add">
          <ac:chgData name="Hunter Bartlett" userId="cbf17650-2326-4151-9551-5062c83f5ca3" providerId="ADAL" clId="{8416EA73-9409-44C8-898A-EB27D02DEE3C}" dt="2025-11-04T22:26:53.020" v="687" actId="26606"/>
          <ac:spMkLst>
            <pc:docMk/>
            <pc:sldMk cId="1766014221" sldId="262"/>
            <ac:spMk id="8" creationId="{87BF42CA-AD55-48B4-8949-C4DCA60A6AEE}"/>
          </ac:spMkLst>
        </pc:spChg>
        <pc:spChg chg="add">
          <ac:chgData name="Hunter Bartlett" userId="cbf17650-2326-4151-9551-5062c83f5ca3" providerId="ADAL" clId="{8416EA73-9409-44C8-898A-EB27D02DEE3C}" dt="2025-11-04T22:26:53.020" v="687" actId="26606"/>
          <ac:spMkLst>
            <pc:docMk/>
            <pc:sldMk cId="1766014221" sldId="262"/>
            <ac:spMk id="10" creationId="{66AE1D3D-3106-4CB2-AA7C-0C1642AC0F2E}"/>
          </ac:spMkLst>
        </pc:spChg>
        <pc:grpChg chg="add">
          <ac:chgData name="Hunter Bartlett" userId="cbf17650-2326-4151-9551-5062c83f5ca3" providerId="ADAL" clId="{8416EA73-9409-44C8-898A-EB27D02DEE3C}" dt="2025-11-04T22:26:53.020" v="687" actId="26606"/>
          <ac:grpSpMkLst>
            <pc:docMk/>
            <pc:sldMk cId="1766014221" sldId="262"/>
            <ac:grpSpMk id="12" creationId="{0A31B6AF-B711-4CDB-8C2B-16E963DDC4C5}"/>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E9F6-7944-D15B-0AF3-AD7668E17E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1A731B-A9F7-7C28-5F48-0EF0AC7701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81808F-005A-ED58-4EC1-24B76C5F196F}"/>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570BD78A-201B-DCAE-3F1C-526997806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70D825-8CC0-0B4F-5CEE-C3D4E0A65D29}"/>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162668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5746-78D8-AB0B-F3F2-B49630DDBB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E1BFDD-369B-BC4A-C5D6-0C1FC8D6DD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A7DB5-0848-78C2-F9CB-9CA75108AFB1}"/>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EFF32D42-4503-3BB8-A897-209F50243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30163-2B03-2A07-8FCB-77141CF96B20}"/>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2327556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79F48-45D9-FC48-69C0-204627CF2A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926FC5-3E25-9AFE-F8BB-CE29F5F3B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38083D-98E2-834D-BCB4-EE53D4198348}"/>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251752DC-0F51-D267-E991-F966A31AE6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973BE-3AC9-E24C-A970-BA23E357212E}"/>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2811094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FE00-0913-15F3-B98E-9251344CC7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23079B-8867-EFB4-8908-0F92FE5564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8B293-9E02-E32C-E7BA-C4A9192B70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62467A-48F9-12DE-8F0C-2924B8A04E00}"/>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6" name="Footer Placeholder 5">
            <a:extLst>
              <a:ext uri="{FF2B5EF4-FFF2-40B4-BE49-F238E27FC236}">
                <a16:creationId xmlns:a16="http://schemas.microsoft.com/office/drawing/2014/main" id="{BCBC0BC4-00F7-9427-3AE6-C7E15A9455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88C4A4-DC35-D1B9-1935-74FE9DC36676}"/>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409351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D8CE2-6FB2-5D4B-B834-8AEB16C8F9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7DB666-4127-27A0-23FD-73D7C4F6F7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59809C-6A4E-ED1E-26C0-1FB70FCBB6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F1C5F8-4F51-F6F1-DEEF-69D4F2B126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399A7E-85CB-DB36-AAB1-DA530B3BC2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799DC6-350E-5F88-70EE-0C4F1466FBC0}"/>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8" name="Footer Placeholder 7">
            <a:extLst>
              <a:ext uri="{FF2B5EF4-FFF2-40B4-BE49-F238E27FC236}">
                <a16:creationId xmlns:a16="http://schemas.microsoft.com/office/drawing/2014/main" id="{F06ABB52-FAE8-3620-9768-D69D830315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994F94-F45E-D157-80FE-2129104A40FF}"/>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39012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A5F4D-FEF0-E32B-EA4F-A76053F8A7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45FAEB-E264-A7DA-D1C4-5BC1C4BEDF0C}"/>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4" name="Footer Placeholder 3">
            <a:extLst>
              <a:ext uri="{FF2B5EF4-FFF2-40B4-BE49-F238E27FC236}">
                <a16:creationId xmlns:a16="http://schemas.microsoft.com/office/drawing/2014/main" id="{F6F902DA-7E1A-C4DD-7542-24F1187166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826272-053B-0A16-DA9A-62373E9E3D69}"/>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38337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D960CD-B37D-D95C-66F9-711F27A32D7A}"/>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3" name="Footer Placeholder 2">
            <a:extLst>
              <a:ext uri="{FF2B5EF4-FFF2-40B4-BE49-F238E27FC236}">
                <a16:creationId xmlns:a16="http://schemas.microsoft.com/office/drawing/2014/main" id="{53076CBA-0D15-BC86-8D80-9F84A6D512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A604C1-C86F-253E-1E63-72DF1DC4107F}"/>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1163707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45759-2923-6277-32CC-C15874BA75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B34EC0-2FDB-9C28-657F-D3E0B4AE63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481EFD-0CF4-AD48-4004-E7F11F604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0D994-9969-257A-F569-27815E660C55}"/>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6" name="Footer Placeholder 5">
            <a:extLst>
              <a:ext uri="{FF2B5EF4-FFF2-40B4-BE49-F238E27FC236}">
                <a16:creationId xmlns:a16="http://schemas.microsoft.com/office/drawing/2014/main" id="{9F98D05C-4D60-D32D-B6B3-92BE2559D0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7C421-7325-1576-27BF-D4CA1E56F58B}"/>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3958442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31878-39E1-DF79-55E7-13514479C6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145D41-562E-07C0-A379-709F6AF1D9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713784-1311-BAAD-0ACE-8B52CADA9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806B9D-D1F0-BB3E-AF57-72A87F184271}"/>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6" name="Footer Placeholder 5">
            <a:extLst>
              <a:ext uri="{FF2B5EF4-FFF2-40B4-BE49-F238E27FC236}">
                <a16:creationId xmlns:a16="http://schemas.microsoft.com/office/drawing/2014/main" id="{CFF6504D-CCF2-501A-063F-BD195EA2CA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E0A8AA-3C06-4D28-6820-72C08005B88A}"/>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204664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3E29-5CC9-B58C-3BE3-96873BDF1D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644010-D70D-8F9C-D248-2C946C8C79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F2BF5-7A72-17E3-824C-681269560436}"/>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D35CC56C-25E4-E7CD-FF7D-5829C7D9A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A48A0-CE66-4CD4-7FDA-D875B85978A4}"/>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356834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F0293-1E55-E939-8E41-6F0DFDE312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9EE91F-0BC0-3B7D-5019-7E399CA895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33A73-C422-E556-8FC1-53ED2B9C0D1C}"/>
              </a:ext>
            </a:extLst>
          </p:cNvPr>
          <p:cNvSpPr>
            <a:spLocks noGrp="1"/>
          </p:cNvSpPr>
          <p:nvPr>
            <p:ph type="dt" sz="half" idx="10"/>
          </p:nvPr>
        </p:nvSpPr>
        <p:spPr/>
        <p:txBody>
          <a:body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BB79A2D9-8B09-ACE6-14BE-5AD6E3069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9C7212-5C1D-282A-3D54-6ABE5ACADE7C}"/>
              </a:ext>
            </a:extLst>
          </p:cNvPr>
          <p:cNvSpPr>
            <a:spLocks noGrp="1"/>
          </p:cNvSpPr>
          <p:nvPr>
            <p:ph type="sldNum" sz="quarter" idx="12"/>
          </p:nvPr>
        </p:nvSpPr>
        <p:spPr/>
        <p:txBody>
          <a:bodyPr/>
          <a:lstStyle/>
          <a:p>
            <a:fld id="{F1DE90D9-BDC8-4575-97C4-496F5A9A3E29}" type="slidenum">
              <a:rPr lang="en-US" smtClean="0"/>
              <a:t>‹#›</a:t>
            </a:fld>
            <a:endParaRPr lang="en-US"/>
          </a:p>
        </p:txBody>
      </p:sp>
    </p:spTree>
    <p:extLst>
      <p:ext uri="{BB962C8B-B14F-4D97-AF65-F5344CB8AC3E}">
        <p14:creationId xmlns:p14="http://schemas.microsoft.com/office/powerpoint/2010/main" val="2874442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DB3A13-A5A8-6F96-C586-4F2ED2013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9DB04D-FCC4-FE21-4C96-55F7FC3A9A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9FB55-A950-E0AC-8CFC-1886EDB3AC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0E6EB9-CB47-4E5F-8728-B0BDEA9E44DD}" type="datetimeFigureOut">
              <a:rPr lang="en-US" smtClean="0"/>
              <a:t>11/4/2025</a:t>
            </a:fld>
            <a:endParaRPr lang="en-US"/>
          </a:p>
        </p:txBody>
      </p:sp>
      <p:sp>
        <p:nvSpPr>
          <p:cNvPr id="5" name="Footer Placeholder 4">
            <a:extLst>
              <a:ext uri="{FF2B5EF4-FFF2-40B4-BE49-F238E27FC236}">
                <a16:creationId xmlns:a16="http://schemas.microsoft.com/office/drawing/2014/main" id="{D8D28649-1CBA-EB85-FD46-64F6A3AF74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A794E7-FA36-80D1-BBD0-DFA429F19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DE90D9-BDC8-4575-97C4-496F5A9A3E29}" type="slidenum">
              <a:rPr lang="en-US" smtClean="0"/>
              <a:t>‹#›</a:t>
            </a:fld>
            <a:endParaRPr lang="en-US"/>
          </a:p>
        </p:txBody>
      </p:sp>
    </p:spTree>
    <p:extLst>
      <p:ext uri="{BB962C8B-B14F-4D97-AF65-F5344CB8AC3E}">
        <p14:creationId xmlns:p14="http://schemas.microsoft.com/office/powerpoint/2010/main" val="4047291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up of hopscotch on a sidewalk">
            <a:extLst>
              <a:ext uri="{FF2B5EF4-FFF2-40B4-BE49-F238E27FC236}">
                <a16:creationId xmlns:a16="http://schemas.microsoft.com/office/drawing/2014/main" id="{3F4CA38B-5CB7-DABA-77A8-FD151269C07F}"/>
              </a:ext>
            </a:extLst>
          </p:cNvPr>
          <p:cNvPicPr>
            <a:picLocks noChangeAspect="1"/>
          </p:cNvPicPr>
          <p:nvPr/>
        </p:nvPicPr>
        <p:blipFill>
          <a:blip r:embed="rId2">
            <a:alphaModFix/>
          </a:blip>
          <a:srcRect t="7097" b="8634"/>
          <a:stretch>
            <a:fillRect/>
          </a:stretch>
        </p:blipFill>
        <p:spPr>
          <a:xfrm>
            <a:off x="20" y="10"/>
            <a:ext cx="12191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6F2C55-A9EE-28ED-CB43-E146FE179A71}"/>
              </a:ext>
            </a:extLst>
          </p:cNvPr>
          <p:cNvSpPr>
            <a:spLocks noGrp="1"/>
          </p:cNvSpPr>
          <p:nvPr>
            <p:ph type="ctrTitle"/>
          </p:nvPr>
        </p:nvSpPr>
        <p:spPr>
          <a:xfrm>
            <a:off x="762000" y="1137434"/>
            <a:ext cx="7800660" cy="1520987"/>
          </a:xfrm>
        </p:spPr>
        <p:txBody>
          <a:bodyPr anchor="t">
            <a:normAutofit/>
          </a:bodyPr>
          <a:lstStyle/>
          <a:p>
            <a:pPr algn="l"/>
            <a:r>
              <a:rPr lang="en-US" sz="4000">
                <a:solidFill>
                  <a:srgbClr val="FFFFFF"/>
                </a:solidFill>
              </a:rPr>
              <a:t>DB Standards</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BCF03B7-8F47-A326-B431-61EF21A70D28}"/>
              </a:ext>
            </a:extLst>
          </p:cNvPr>
          <p:cNvSpPr>
            <a:spLocks noGrp="1"/>
          </p:cNvSpPr>
          <p:nvPr>
            <p:ph type="subTitle" idx="1"/>
          </p:nvPr>
        </p:nvSpPr>
        <p:spPr>
          <a:xfrm>
            <a:off x="838200" y="4293441"/>
            <a:ext cx="6295332" cy="1588514"/>
          </a:xfrm>
        </p:spPr>
        <p:txBody>
          <a:bodyPr anchor="b">
            <a:normAutofit/>
          </a:bodyPr>
          <a:lstStyle/>
          <a:p>
            <a:pPr algn="l"/>
            <a:r>
              <a:rPr lang="en-US" sz="1800">
                <a:solidFill>
                  <a:srgbClr val="FFFFFF"/>
                </a:solidFill>
              </a:rPr>
              <a:t>Hunter Bartlett</a:t>
            </a:r>
          </a:p>
          <a:p>
            <a:pPr algn="l"/>
            <a:r>
              <a:rPr lang="en-US" sz="1800">
                <a:solidFill>
                  <a:srgbClr val="FFFFFF"/>
                </a:solidFill>
              </a:rPr>
              <a:t>Dr. Gogolin</a:t>
            </a:r>
          </a:p>
          <a:p>
            <a:pPr algn="l"/>
            <a:r>
              <a:rPr lang="en-US" sz="1800">
                <a:solidFill>
                  <a:srgbClr val="FFFFFF"/>
                </a:solidFill>
              </a:rPr>
              <a:t>ISIN 325</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210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6421-12FC-57BD-E90F-0E1B12E41850}"/>
              </a:ext>
            </a:extLst>
          </p:cNvPr>
          <p:cNvSpPr>
            <a:spLocks noGrp="1"/>
          </p:cNvSpPr>
          <p:nvPr>
            <p:ph type="title"/>
          </p:nvPr>
        </p:nvSpPr>
        <p:spPr>
          <a:xfrm>
            <a:off x="5868557" y="1138036"/>
            <a:ext cx="5444382" cy="1402470"/>
          </a:xfrm>
        </p:spPr>
        <p:txBody>
          <a:bodyPr anchor="t">
            <a:normAutofit/>
          </a:bodyPr>
          <a:lstStyle/>
          <a:p>
            <a:r>
              <a:rPr lang="en-US" sz="3200"/>
              <a:t>Project Overview</a:t>
            </a:r>
          </a:p>
        </p:txBody>
      </p:sp>
      <p:pic>
        <p:nvPicPr>
          <p:cNvPr id="5" name="Picture 4" descr="Top view of cubes connected with black lines">
            <a:extLst>
              <a:ext uri="{FF2B5EF4-FFF2-40B4-BE49-F238E27FC236}">
                <a16:creationId xmlns:a16="http://schemas.microsoft.com/office/drawing/2014/main" id="{60C0DCA1-A2CB-7F4B-7384-EF63CC51642D}"/>
              </a:ext>
            </a:extLst>
          </p:cNvPr>
          <p:cNvPicPr>
            <a:picLocks noChangeAspect="1"/>
          </p:cNvPicPr>
          <p:nvPr/>
        </p:nvPicPr>
        <p:blipFill>
          <a:blip r:embed="rId2"/>
          <a:srcRect l="26794" r="16872"/>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7D7F9AB-5C2A-872C-E7F3-86875F32B511}"/>
              </a:ext>
            </a:extLst>
          </p:cNvPr>
          <p:cNvSpPr>
            <a:spLocks noGrp="1"/>
          </p:cNvSpPr>
          <p:nvPr>
            <p:ph idx="1"/>
          </p:nvPr>
        </p:nvSpPr>
        <p:spPr>
          <a:xfrm>
            <a:off x="5868557" y="2551176"/>
            <a:ext cx="5444382" cy="3591207"/>
          </a:xfrm>
        </p:spPr>
        <p:txBody>
          <a:bodyPr>
            <a:normAutofit/>
          </a:bodyPr>
          <a:lstStyle/>
          <a:p>
            <a:r>
              <a:rPr lang="en-US" sz="2000"/>
              <a:t>In this assignment we were tasked with creating a data dictionary.</a:t>
            </a:r>
          </a:p>
          <a:p>
            <a:r>
              <a:rPr lang="en-US" sz="2000"/>
              <a:t>We were also tasked to create a set of standards for the organization to allow for uniform databases.</a:t>
            </a:r>
          </a:p>
          <a:p>
            <a:r>
              <a:rPr lang="en-US" sz="2000"/>
              <a:t>To be included in the standards were security, the platform considerations, naming, selection, and design/referential integrity standards.</a:t>
            </a:r>
          </a:p>
        </p:txBody>
      </p:sp>
    </p:spTree>
    <p:extLst>
      <p:ext uri="{BB962C8B-B14F-4D97-AF65-F5344CB8AC3E}">
        <p14:creationId xmlns:p14="http://schemas.microsoft.com/office/powerpoint/2010/main" val="179292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46035-5E9A-365F-5A06-BCE81286849E}"/>
              </a:ext>
            </a:extLst>
          </p:cNvPr>
          <p:cNvSpPr>
            <a:spLocks noGrp="1"/>
          </p:cNvSpPr>
          <p:nvPr>
            <p:ph type="title"/>
          </p:nvPr>
        </p:nvSpPr>
        <p:spPr>
          <a:xfrm>
            <a:off x="761840" y="1138265"/>
            <a:ext cx="4544762" cy="1401183"/>
          </a:xfrm>
        </p:spPr>
        <p:txBody>
          <a:bodyPr anchor="t">
            <a:normAutofit/>
          </a:bodyPr>
          <a:lstStyle/>
          <a:p>
            <a:r>
              <a:rPr lang="en-US" sz="3200"/>
              <a:t>Database Design Diagram</a:t>
            </a:r>
          </a:p>
        </p:txBody>
      </p:sp>
      <p:cxnSp>
        <p:nvCxnSpPr>
          <p:cNvPr id="12" name="Straight Connector 11">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5CF0B15-F9AF-E4E6-DD29-7E6F11D283D1}"/>
              </a:ext>
            </a:extLst>
          </p:cNvPr>
          <p:cNvSpPr>
            <a:spLocks noGrp="1"/>
          </p:cNvSpPr>
          <p:nvPr>
            <p:ph idx="1"/>
          </p:nvPr>
        </p:nvSpPr>
        <p:spPr>
          <a:xfrm>
            <a:off x="761840" y="2551176"/>
            <a:ext cx="4544762" cy="3602935"/>
          </a:xfrm>
        </p:spPr>
        <p:txBody>
          <a:bodyPr>
            <a:normAutofit/>
          </a:bodyPr>
          <a:lstStyle/>
          <a:p>
            <a:r>
              <a:rPr lang="en-US" sz="2000"/>
              <a:t>Displays the different types of tables that were included. This also shows the naming scheme that will be used for each column and table.</a:t>
            </a:r>
          </a:p>
        </p:txBody>
      </p:sp>
      <p:pic>
        <p:nvPicPr>
          <p:cNvPr id="5" name="Picture 4">
            <a:extLst>
              <a:ext uri="{FF2B5EF4-FFF2-40B4-BE49-F238E27FC236}">
                <a16:creationId xmlns:a16="http://schemas.microsoft.com/office/drawing/2014/main" id="{5D9AFA92-B83A-EC30-BEDD-CE541515F3B5}"/>
              </a:ext>
            </a:extLst>
          </p:cNvPr>
          <p:cNvPicPr>
            <a:picLocks noChangeAspect="1"/>
          </p:cNvPicPr>
          <p:nvPr/>
        </p:nvPicPr>
        <p:blipFill>
          <a:blip r:embed="rId2"/>
          <a:stretch>
            <a:fillRect/>
          </a:stretch>
        </p:blipFill>
        <p:spPr>
          <a:xfrm>
            <a:off x="6082748" y="1496167"/>
            <a:ext cx="5334160" cy="3867266"/>
          </a:xfrm>
          <a:prstGeom prst="rect">
            <a:avLst/>
          </a:prstGeom>
        </p:spPr>
      </p:pic>
    </p:spTree>
    <p:extLst>
      <p:ext uri="{BB962C8B-B14F-4D97-AF65-F5344CB8AC3E}">
        <p14:creationId xmlns:p14="http://schemas.microsoft.com/office/powerpoint/2010/main" val="1656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8A432-EB0A-0670-C427-B0D75DB50340}"/>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a:t>Data Dictionary</a:t>
            </a:r>
          </a:p>
        </p:txBody>
      </p:sp>
      <p:sp>
        <p:nvSpPr>
          <p:cNvPr id="3" name="Content Placeholder 2">
            <a:extLst>
              <a:ext uri="{FF2B5EF4-FFF2-40B4-BE49-F238E27FC236}">
                <a16:creationId xmlns:a16="http://schemas.microsoft.com/office/drawing/2014/main" id="{BC165E0C-38C4-D5BE-5FB9-161AF016D84D}"/>
              </a:ext>
            </a:extLst>
          </p:cNvPr>
          <p:cNvSpPr>
            <a:spLocks noGrp="1"/>
          </p:cNvSpPr>
          <p:nvPr>
            <p:ph idx="1"/>
          </p:nvPr>
        </p:nvSpPr>
        <p:spPr>
          <a:xfrm>
            <a:off x="784607" y="5497592"/>
            <a:ext cx="10563445" cy="683095"/>
          </a:xfrm>
        </p:spPr>
        <p:txBody>
          <a:bodyPr vert="horz" lIns="91440" tIns="45720" rIns="91440" bIns="45720" rtlCol="0" anchor="t">
            <a:normAutofit/>
          </a:bodyPr>
          <a:lstStyle/>
          <a:p>
            <a:pPr marL="0" indent="0">
              <a:buNone/>
            </a:pPr>
            <a:r>
              <a:rPr lang="en-US" sz="1800"/>
              <a:t>Data dictionary includes the type of data that was used to name, and define each data type.</a:t>
            </a:r>
          </a:p>
        </p:txBody>
      </p:sp>
      <p:cxnSp>
        <p:nvCxnSpPr>
          <p:cNvPr id="12" name="Straight Connector 11">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CB575D5-1F77-DFE4-D742-3386C3B1818F}"/>
              </a:ext>
            </a:extLst>
          </p:cNvPr>
          <p:cNvPicPr>
            <a:picLocks noChangeAspect="1"/>
          </p:cNvPicPr>
          <p:nvPr/>
        </p:nvPicPr>
        <p:blipFill>
          <a:blip r:embed="rId2"/>
          <a:stretch>
            <a:fillRect/>
          </a:stretch>
        </p:blipFill>
        <p:spPr>
          <a:xfrm>
            <a:off x="865139" y="3205413"/>
            <a:ext cx="5151443" cy="1764368"/>
          </a:xfrm>
          <a:prstGeom prst="rect">
            <a:avLst/>
          </a:prstGeom>
        </p:spPr>
      </p:pic>
      <p:pic>
        <p:nvPicPr>
          <p:cNvPr id="7" name="Picture 6">
            <a:extLst>
              <a:ext uri="{FF2B5EF4-FFF2-40B4-BE49-F238E27FC236}">
                <a16:creationId xmlns:a16="http://schemas.microsoft.com/office/drawing/2014/main" id="{F64B12DE-F84A-EC6A-89A8-F1745B6A9DDF}"/>
              </a:ext>
            </a:extLst>
          </p:cNvPr>
          <p:cNvPicPr>
            <a:picLocks noChangeAspect="1"/>
          </p:cNvPicPr>
          <p:nvPr/>
        </p:nvPicPr>
        <p:blipFill>
          <a:blip r:embed="rId3"/>
          <a:stretch>
            <a:fillRect/>
          </a:stretch>
        </p:blipFill>
        <p:spPr>
          <a:xfrm>
            <a:off x="6202321" y="3201946"/>
            <a:ext cx="5149258" cy="1763620"/>
          </a:xfrm>
          <a:prstGeom prst="rect">
            <a:avLst/>
          </a:prstGeom>
        </p:spPr>
      </p:pic>
      <p:cxnSp>
        <p:nvCxnSpPr>
          <p:cNvPr id="14" name="Straight Connector 13">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48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94B6C61-8A6C-2CBD-7FBE-53E317469555}"/>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Standards Diagram</a:t>
            </a:r>
          </a:p>
        </p:txBody>
      </p:sp>
      <p:sp>
        <p:nvSpPr>
          <p:cNvPr id="3" name="Content Placeholder 2">
            <a:extLst>
              <a:ext uri="{FF2B5EF4-FFF2-40B4-BE49-F238E27FC236}">
                <a16:creationId xmlns:a16="http://schemas.microsoft.com/office/drawing/2014/main" id="{678D28D6-0B02-3154-90CA-98BB31B21F13}"/>
              </a:ext>
            </a:extLst>
          </p:cNvPr>
          <p:cNvSpPr>
            <a:spLocks noGrp="1"/>
          </p:cNvSpPr>
          <p:nvPr>
            <p:ph idx="1"/>
          </p:nvPr>
        </p:nvSpPr>
        <p:spPr>
          <a:xfrm>
            <a:off x="6090574" y="801866"/>
            <a:ext cx="5306084" cy="5230634"/>
          </a:xfrm>
          <a:noFill/>
          <a:ln>
            <a:noFill/>
          </a:ln>
        </p:spPr>
        <p:txBody>
          <a:bodyPr anchor="ctr">
            <a:normAutofit/>
          </a:bodyPr>
          <a:lstStyle/>
          <a:p>
            <a:pPr lvl="1"/>
            <a:r>
              <a:rPr lang="en-US" sz="1800">
                <a:solidFill>
                  <a:schemeClr val="tx2"/>
                </a:solidFill>
              </a:rPr>
              <a:t>Naming standard includes using Camel Case, maximum of 20 characters for naming schemes. </a:t>
            </a:r>
          </a:p>
          <a:p>
            <a:pPr lvl="1"/>
            <a:r>
              <a:rPr lang="en-US" sz="1800">
                <a:solidFill>
                  <a:schemeClr val="tx2"/>
                </a:solidFill>
              </a:rPr>
              <a:t>Abbreviations can be used, for example a team name can be said as FSU, GVSU, NMU.</a:t>
            </a:r>
          </a:p>
          <a:p>
            <a:pPr lvl="1"/>
            <a:r>
              <a:rPr lang="en-US" sz="1800">
                <a:solidFill>
                  <a:schemeClr val="tx2"/>
                </a:solidFill>
              </a:rPr>
              <a:t>No spaces between characters</a:t>
            </a:r>
          </a:p>
          <a:p>
            <a:pPr lvl="1"/>
            <a:r>
              <a:rPr lang="en-US" sz="1800">
                <a:solidFill>
                  <a:schemeClr val="tx2"/>
                </a:solidFill>
              </a:rPr>
              <a:t>No underscores in naming</a:t>
            </a:r>
          </a:p>
          <a:p>
            <a:pPr lvl="1"/>
            <a:r>
              <a:rPr lang="en-US" sz="1800">
                <a:solidFill>
                  <a:schemeClr val="tx2"/>
                </a:solidFill>
              </a:rPr>
              <a:t>Use of windows login and not SQLServer Logins</a:t>
            </a:r>
          </a:p>
          <a:p>
            <a:pPr lvl="1"/>
            <a:endParaRPr lang="en-US" sz="1800">
              <a:solidFill>
                <a:schemeClr val="tx2"/>
              </a:solidFill>
            </a:endParaRPr>
          </a:p>
          <a:p>
            <a:endParaRPr lang="en-US" sz="1800">
              <a:solidFill>
                <a:schemeClr val="tx2"/>
              </a:solidFill>
            </a:endParaRPr>
          </a:p>
          <a:p>
            <a:pPr lvl="1"/>
            <a:endParaRPr lang="en-US" sz="1800">
              <a:solidFill>
                <a:schemeClr val="tx2"/>
              </a:solidFill>
            </a:endParaRPr>
          </a:p>
          <a:p>
            <a:pPr lvl="1"/>
            <a:endParaRPr lang="en-US" sz="1800">
              <a:solidFill>
                <a:schemeClr val="tx2"/>
              </a:solidFill>
            </a:endParaRPr>
          </a:p>
        </p:txBody>
      </p:sp>
    </p:spTree>
    <p:extLst>
      <p:ext uri="{BB962C8B-B14F-4D97-AF65-F5344CB8AC3E}">
        <p14:creationId xmlns:p14="http://schemas.microsoft.com/office/powerpoint/2010/main" val="629902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AA2998E-EB44-8622-8883-B260F54A5F85}"/>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Standards Diagram</a:t>
            </a:r>
          </a:p>
        </p:txBody>
      </p:sp>
      <p:sp>
        <p:nvSpPr>
          <p:cNvPr id="3" name="Content Placeholder 2">
            <a:extLst>
              <a:ext uri="{FF2B5EF4-FFF2-40B4-BE49-F238E27FC236}">
                <a16:creationId xmlns:a16="http://schemas.microsoft.com/office/drawing/2014/main" id="{46A4544D-622E-0197-723F-98E4AA4E353E}"/>
              </a:ext>
            </a:extLst>
          </p:cNvPr>
          <p:cNvSpPr>
            <a:spLocks noGrp="1"/>
          </p:cNvSpPr>
          <p:nvPr>
            <p:ph idx="1"/>
          </p:nvPr>
        </p:nvSpPr>
        <p:spPr>
          <a:xfrm>
            <a:off x="6090574" y="801866"/>
            <a:ext cx="5306084" cy="5230634"/>
          </a:xfrm>
          <a:noFill/>
          <a:ln>
            <a:noFill/>
          </a:ln>
        </p:spPr>
        <p:txBody>
          <a:bodyPr anchor="ctr">
            <a:normAutofit/>
          </a:bodyPr>
          <a:lstStyle/>
          <a:p>
            <a:r>
              <a:rPr lang="en-US" sz="1800">
                <a:solidFill>
                  <a:schemeClr val="tx2"/>
                </a:solidFill>
              </a:rPr>
              <a:t>Database will be in SQL Server with windows authentication and proper password protection. </a:t>
            </a:r>
          </a:p>
          <a:p>
            <a:r>
              <a:rPr lang="en-US" sz="1800">
                <a:solidFill>
                  <a:schemeClr val="tx2"/>
                </a:solidFill>
              </a:rPr>
              <a:t>Backups will be done according to the backup standards.. </a:t>
            </a:r>
          </a:p>
        </p:txBody>
      </p:sp>
    </p:spTree>
    <p:extLst>
      <p:ext uri="{BB962C8B-B14F-4D97-AF65-F5344CB8AC3E}">
        <p14:creationId xmlns:p14="http://schemas.microsoft.com/office/powerpoint/2010/main" val="1766014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FE4FDD33-2E8E-8EC5-5E83-7992041285B2}"/>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Summary of Assignment</a:t>
            </a:r>
          </a:p>
        </p:txBody>
      </p:sp>
      <p:sp>
        <p:nvSpPr>
          <p:cNvPr id="3" name="Content Placeholder 2">
            <a:extLst>
              <a:ext uri="{FF2B5EF4-FFF2-40B4-BE49-F238E27FC236}">
                <a16:creationId xmlns:a16="http://schemas.microsoft.com/office/drawing/2014/main" id="{04DCEBE0-9730-F322-CB2D-CF0CF238C93D}"/>
              </a:ext>
            </a:extLst>
          </p:cNvPr>
          <p:cNvSpPr>
            <a:spLocks noGrp="1"/>
          </p:cNvSpPr>
          <p:nvPr>
            <p:ph idx="1"/>
          </p:nvPr>
        </p:nvSpPr>
        <p:spPr>
          <a:xfrm>
            <a:off x="6090574" y="801866"/>
            <a:ext cx="5306084" cy="5230634"/>
          </a:xfrm>
          <a:noFill/>
          <a:ln>
            <a:noFill/>
          </a:ln>
        </p:spPr>
        <p:txBody>
          <a:bodyPr anchor="ctr">
            <a:normAutofit/>
          </a:bodyPr>
          <a:lstStyle/>
          <a:p>
            <a:r>
              <a:rPr lang="en-US" sz="1800">
                <a:solidFill>
                  <a:schemeClr val="tx2"/>
                </a:solidFill>
              </a:rPr>
              <a:t>My experience from this assignment gave me the ability to be able to see where the database needs consistency especially with database naming. This allows data types to be inserted easily. This also allowed me to learn data dictionary and how that is done. </a:t>
            </a:r>
          </a:p>
        </p:txBody>
      </p:sp>
    </p:spTree>
    <p:extLst>
      <p:ext uri="{BB962C8B-B14F-4D97-AF65-F5344CB8AC3E}">
        <p14:creationId xmlns:p14="http://schemas.microsoft.com/office/powerpoint/2010/main" val="3540086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4b0362e-85c0-4e95-a4ce-5651d96cb739}" enabled="0" method="" siteId="{64b0362e-85c0-4e95-a4ce-5651d96cb739}" removed="1"/>
</clbl:labelList>
</file>

<file path=docProps/app.xml><?xml version="1.0" encoding="utf-8"?>
<Properties xmlns="http://schemas.openxmlformats.org/officeDocument/2006/extended-properties" xmlns:vt="http://schemas.openxmlformats.org/officeDocument/2006/docPropsVTypes">
  <TotalTime>22</TotalTime>
  <Words>245</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DB Standards</vt:lpstr>
      <vt:lpstr>Project Overview</vt:lpstr>
      <vt:lpstr>Database Design Diagram</vt:lpstr>
      <vt:lpstr>Data Dictionary</vt:lpstr>
      <vt:lpstr>Standards Diagram</vt:lpstr>
      <vt:lpstr>Standards Diagram</vt:lpstr>
      <vt:lpstr>Summary of 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Bartlett</dc:creator>
  <cp:lastModifiedBy>Hunter Bartlett</cp:lastModifiedBy>
  <cp:revision>1</cp:revision>
  <dcterms:created xsi:type="dcterms:W3CDTF">2025-10-30T13:52:16Z</dcterms:created>
  <dcterms:modified xsi:type="dcterms:W3CDTF">2025-11-04T22:26:57Z</dcterms:modified>
</cp:coreProperties>
</file>