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AF628E-B267-4DFB-D339-24309E6F72EB}" v="1928" dt="2025-10-23T18:57:20.500"/>
    <p1510:client id="{9B743706-5B80-FE27-4940-3F5DE4FB8C8C}" v="389" dt="2025-10-23T17:48:16.1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er Bartlett" userId="S::bartleh2@ferris.edu::cbf17650-2326-4151-9551-5062c83f5ca3" providerId="AD" clId="Web-{9B743706-5B80-FE27-4940-3F5DE4FB8C8C}"/>
    <pc:docChg chg="addSld delSld modSld">
      <pc:chgData name="Hunter Bartlett" userId="S::bartleh2@ferris.edu::cbf17650-2326-4151-9551-5062c83f5ca3" providerId="AD" clId="Web-{9B743706-5B80-FE27-4940-3F5DE4FB8C8C}" dt="2025-10-23T17:48:16.152" v="376" actId="20577"/>
      <pc:docMkLst>
        <pc:docMk/>
      </pc:docMkLst>
      <pc:sldChg chg="modSp">
        <pc:chgData name="Hunter Bartlett" userId="S::bartleh2@ferris.edu::cbf17650-2326-4151-9551-5062c83f5ca3" providerId="AD" clId="Web-{9B743706-5B80-FE27-4940-3F5DE4FB8C8C}" dt="2025-10-23T17:16:54.743" v="15" actId="20577"/>
        <pc:sldMkLst>
          <pc:docMk/>
          <pc:sldMk cId="109857222" sldId="256"/>
        </pc:sldMkLst>
        <pc:spChg chg="mod">
          <ac:chgData name="Hunter Bartlett" userId="S::bartleh2@ferris.edu::cbf17650-2326-4151-9551-5062c83f5ca3" providerId="AD" clId="Web-{9B743706-5B80-FE27-4940-3F5DE4FB8C8C}" dt="2025-10-23T17:16:51.618" v="8" actId="20577"/>
          <ac:spMkLst>
            <pc:docMk/>
            <pc:sldMk cId="109857222" sldId="256"/>
            <ac:spMk id="2" creationId="{00000000-0000-0000-0000-000000000000}"/>
          </ac:spMkLst>
        </pc:spChg>
        <pc:spChg chg="mod">
          <ac:chgData name="Hunter Bartlett" userId="S::bartleh2@ferris.edu::cbf17650-2326-4151-9551-5062c83f5ca3" providerId="AD" clId="Web-{9B743706-5B80-FE27-4940-3F5DE4FB8C8C}" dt="2025-10-23T17:16:54.743" v="15" actId="20577"/>
          <ac:spMkLst>
            <pc:docMk/>
            <pc:sldMk cId="109857222" sldId="256"/>
            <ac:spMk id="3" creationId="{00000000-0000-0000-0000-000000000000}"/>
          </ac:spMkLst>
        </pc:spChg>
      </pc:sldChg>
      <pc:sldChg chg="modSp new">
        <pc:chgData name="Hunter Bartlett" userId="S::bartleh2@ferris.edu::cbf17650-2326-4151-9551-5062c83f5ca3" providerId="AD" clId="Web-{9B743706-5B80-FE27-4940-3F5DE4FB8C8C}" dt="2025-10-23T17:38:28.249" v="259" actId="20577"/>
        <pc:sldMkLst>
          <pc:docMk/>
          <pc:sldMk cId="4056291516" sldId="257"/>
        </pc:sldMkLst>
        <pc:spChg chg="mod">
          <ac:chgData name="Hunter Bartlett" userId="S::bartleh2@ferris.edu::cbf17650-2326-4151-9551-5062c83f5ca3" providerId="AD" clId="Web-{9B743706-5B80-FE27-4940-3F5DE4FB8C8C}" dt="2025-10-23T17:17:18.087" v="19" actId="20577"/>
          <ac:spMkLst>
            <pc:docMk/>
            <pc:sldMk cId="4056291516" sldId="257"/>
            <ac:spMk id="2" creationId="{3DDE4014-92C0-F107-E693-22A6B10B1356}"/>
          </ac:spMkLst>
        </pc:spChg>
        <pc:spChg chg="mod">
          <ac:chgData name="Hunter Bartlett" userId="S::bartleh2@ferris.edu::cbf17650-2326-4151-9551-5062c83f5ca3" providerId="AD" clId="Web-{9B743706-5B80-FE27-4940-3F5DE4FB8C8C}" dt="2025-10-23T17:38:28.249" v="259" actId="20577"/>
          <ac:spMkLst>
            <pc:docMk/>
            <pc:sldMk cId="4056291516" sldId="257"/>
            <ac:spMk id="3" creationId="{6AC1BB38-8615-CA65-21A7-FC5EDC9B7EED}"/>
          </ac:spMkLst>
        </pc:spChg>
      </pc:sldChg>
      <pc:sldChg chg="modSp new">
        <pc:chgData name="Hunter Bartlett" userId="S::bartleh2@ferris.edu::cbf17650-2326-4151-9551-5062c83f5ca3" providerId="AD" clId="Web-{9B743706-5B80-FE27-4940-3F5DE4FB8C8C}" dt="2025-10-23T17:48:16.152" v="376" actId="20577"/>
        <pc:sldMkLst>
          <pc:docMk/>
          <pc:sldMk cId="3066256727" sldId="258"/>
        </pc:sldMkLst>
        <pc:spChg chg="mod">
          <ac:chgData name="Hunter Bartlett" userId="S::bartleh2@ferris.edu::cbf17650-2326-4151-9551-5062c83f5ca3" providerId="AD" clId="Web-{9B743706-5B80-FE27-4940-3F5DE4FB8C8C}" dt="2025-10-23T17:18:00.180" v="39" actId="20577"/>
          <ac:spMkLst>
            <pc:docMk/>
            <pc:sldMk cId="3066256727" sldId="258"/>
            <ac:spMk id="2" creationId="{19FF0C13-3177-31FC-CAD9-29EF4DF81B9F}"/>
          </ac:spMkLst>
        </pc:spChg>
        <pc:spChg chg="mod">
          <ac:chgData name="Hunter Bartlett" userId="S::bartleh2@ferris.edu::cbf17650-2326-4151-9551-5062c83f5ca3" providerId="AD" clId="Web-{9B743706-5B80-FE27-4940-3F5DE4FB8C8C}" dt="2025-10-23T17:48:16.152" v="376" actId="20577"/>
          <ac:spMkLst>
            <pc:docMk/>
            <pc:sldMk cId="3066256727" sldId="258"/>
            <ac:spMk id="3" creationId="{66143419-ABA1-E701-6DDB-FF0297C7DF72}"/>
          </ac:spMkLst>
        </pc:spChg>
      </pc:sldChg>
      <pc:sldChg chg="modSp new">
        <pc:chgData name="Hunter Bartlett" userId="S::bartleh2@ferris.edu::cbf17650-2326-4151-9551-5062c83f5ca3" providerId="AD" clId="Web-{9B743706-5B80-FE27-4940-3F5DE4FB8C8C}" dt="2025-10-23T17:34:06.236" v="114" actId="20577"/>
        <pc:sldMkLst>
          <pc:docMk/>
          <pc:sldMk cId="3529888298" sldId="259"/>
        </pc:sldMkLst>
        <pc:spChg chg="mod">
          <ac:chgData name="Hunter Bartlett" userId="S::bartleh2@ferris.edu::cbf17650-2326-4151-9551-5062c83f5ca3" providerId="AD" clId="Web-{9B743706-5B80-FE27-4940-3F5DE4FB8C8C}" dt="2025-10-23T17:18:10.227" v="43" actId="20577"/>
          <ac:spMkLst>
            <pc:docMk/>
            <pc:sldMk cId="3529888298" sldId="259"/>
            <ac:spMk id="2" creationId="{7F984CD8-E103-A638-EBF0-40371ACC2912}"/>
          </ac:spMkLst>
        </pc:spChg>
        <pc:spChg chg="mod">
          <ac:chgData name="Hunter Bartlett" userId="S::bartleh2@ferris.edu::cbf17650-2326-4151-9551-5062c83f5ca3" providerId="AD" clId="Web-{9B743706-5B80-FE27-4940-3F5DE4FB8C8C}" dt="2025-10-23T17:34:06.236" v="114" actId="20577"/>
          <ac:spMkLst>
            <pc:docMk/>
            <pc:sldMk cId="3529888298" sldId="259"/>
            <ac:spMk id="3" creationId="{0C76FCA2-26BA-A88F-CD30-A0DCCC0173CA}"/>
          </ac:spMkLst>
        </pc:spChg>
      </pc:sldChg>
      <pc:sldChg chg="modSp new">
        <pc:chgData name="Hunter Bartlett" userId="S::bartleh2@ferris.edu::cbf17650-2326-4151-9551-5062c83f5ca3" providerId="AD" clId="Web-{9B743706-5B80-FE27-4940-3F5DE4FB8C8C}" dt="2025-10-23T17:35:52.251" v="127" actId="20577"/>
        <pc:sldMkLst>
          <pc:docMk/>
          <pc:sldMk cId="3238990871" sldId="260"/>
        </pc:sldMkLst>
        <pc:spChg chg="mod">
          <ac:chgData name="Hunter Bartlett" userId="S::bartleh2@ferris.edu::cbf17650-2326-4151-9551-5062c83f5ca3" providerId="AD" clId="Web-{9B743706-5B80-FE27-4940-3F5DE4FB8C8C}" dt="2025-10-23T17:18:19.570" v="47" actId="20577"/>
          <ac:spMkLst>
            <pc:docMk/>
            <pc:sldMk cId="3238990871" sldId="260"/>
            <ac:spMk id="2" creationId="{492EAD1E-2614-3B00-0806-A46376ED68EB}"/>
          </ac:spMkLst>
        </pc:spChg>
        <pc:spChg chg="mod">
          <ac:chgData name="Hunter Bartlett" userId="S::bartleh2@ferris.edu::cbf17650-2326-4151-9551-5062c83f5ca3" providerId="AD" clId="Web-{9B743706-5B80-FE27-4940-3F5DE4FB8C8C}" dt="2025-10-23T17:35:52.251" v="127" actId="20577"/>
          <ac:spMkLst>
            <pc:docMk/>
            <pc:sldMk cId="3238990871" sldId="260"/>
            <ac:spMk id="3" creationId="{AE7A6CB2-7114-A13A-62BB-7E79745D5DCE}"/>
          </ac:spMkLst>
        </pc:spChg>
      </pc:sldChg>
      <pc:sldChg chg="new del">
        <pc:chgData name="Hunter Bartlett" userId="S::bartleh2@ferris.edu::cbf17650-2326-4151-9551-5062c83f5ca3" providerId="AD" clId="Web-{9B743706-5B80-FE27-4940-3F5DE4FB8C8C}" dt="2025-10-23T17:20:49.646" v="108"/>
        <pc:sldMkLst>
          <pc:docMk/>
          <pc:sldMk cId="2906690491" sldId="261"/>
        </pc:sldMkLst>
      </pc:sldChg>
    </pc:docChg>
  </pc:docChgLst>
  <pc:docChgLst>
    <pc:chgData name="Hunter Bartlett" userId="S::bartleh2@ferris.edu::cbf17650-2326-4151-9551-5062c83f5ca3" providerId="AD" clId="Web-{5FAF628E-B267-4DFB-D339-24309E6F72EB}"/>
    <pc:docChg chg="addSld modSld">
      <pc:chgData name="Hunter Bartlett" userId="S::bartleh2@ferris.edu::cbf17650-2326-4151-9551-5062c83f5ca3" providerId="AD" clId="Web-{5FAF628E-B267-4DFB-D339-24309E6F72EB}" dt="2025-10-23T19:00:31.159" v="1966"/>
      <pc:docMkLst>
        <pc:docMk/>
      </pc:docMkLst>
      <pc:sldChg chg="addSp modSp mod setBg setClrOvrMap">
        <pc:chgData name="Hunter Bartlett" userId="S::bartleh2@ferris.edu::cbf17650-2326-4151-9551-5062c83f5ca3" providerId="AD" clId="Web-{5FAF628E-B267-4DFB-D339-24309E6F72EB}" dt="2025-10-23T18:57:06.266" v="1961" actId="20577"/>
        <pc:sldMkLst>
          <pc:docMk/>
          <pc:sldMk cId="109857222" sldId="256"/>
        </pc:sldMkLst>
        <pc:spChg chg="mod">
          <ac:chgData name="Hunter Bartlett" userId="S::bartleh2@ferris.edu::cbf17650-2326-4151-9551-5062c83f5ca3" providerId="AD" clId="Web-{5FAF628E-B267-4DFB-D339-24309E6F72EB}" dt="2025-10-23T18:56:17.312" v="1923"/>
          <ac:spMkLst>
            <pc:docMk/>
            <pc:sldMk cId="109857222" sldId="256"/>
            <ac:spMk id="2" creationId="{00000000-0000-0000-0000-000000000000}"/>
          </ac:spMkLst>
        </pc:spChg>
        <pc:spChg chg="mod">
          <ac:chgData name="Hunter Bartlett" userId="S::bartleh2@ferris.edu::cbf17650-2326-4151-9551-5062c83f5ca3" providerId="AD" clId="Web-{5FAF628E-B267-4DFB-D339-24309E6F72EB}" dt="2025-10-23T18:57:06.266" v="1961" actId="20577"/>
          <ac:spMkLst>
            <pc:docMk/>
            <pc:sldMk cId="109857222" sldId="256"/>
            <ac:spMk id="3" creationId="{00000000-0000-0000-0000-000000000000}"/>
          </ac:spMkLst>
        </pc:spChg>
        <pc:spChg chg="add">
          <ac:chgData name="Hunter Bartlett" userId="S::bartleh2@ferris.edu::cbf17650-2326-4151-9551-5062c83f5ca3" providerId="AD" clId="Web-{5FAF628E-B267-4DFB-D339-24309E6F72EB}" dt="2025-10-23T18:56:17.312" v="1923"/>
          <ac:spMkLst>
            <pc:docMk/>
            <pc:sldMk cId="109857222" sldId="256"/>
            <ac:spMk id="9" creationId="{71B2258F-86CA-4D4D-8270-BC05FCDEBFB3}"/>
          </ac:spMkLst>
        </pc:spChg>
        <pc:picChg chg="add">
          <ac:chgData name="Hunter Bartlett" userId="S::bartleh2@ferris.edu::cbf17650-2326-4151-9551-5062c83f5ca3" providerId="AD" clId="Web-{5FAF628E-B267-4DFB-D339-24309E6F72EB}" dt="2025-10-23T18:56:17.312" v="1923"/>
          <ac:picMkLst>
            <pc:docMk/>
            <pc:sldMk cId="109857222" sldId="256"/>
            <ac:picMk id="5" creationId="{AFB92626-4E6E-7BB8-DE71-191E29DF3208}"/>
          </ac:picMkLst>
        </pc:picChg>
      </pc:sldChg>
      <pc:sldChg chg="addSp modSp mod setBg">
        <pc:chgData name="Hunter Bartlett" userId="S::bartleh2@ferris.edu::cbf17650-2326-4151-9551-5062c83f5ca3" providerId="AD" clId="Web-{5FAF628E-B267-4DFB-D339-24309E6F72EB}" dt="2025-10-23T18:57:25.828" v="1963"/>
        <pc:sldMkLst>
          <pc:docMk/>
          <pc:sldMk cId="4056291516" sldId="257"/>
        </pc:sldMkLst>
        <pc:spChg chg="mod">
          <ac:chgData name="Hunter Bartlett" userId="S::bartleh2@ferris.edu::cbf17650-2326-4151-9551-5062c83f5ca3" providerId="AD" clId="Web-{5FAF628E-B267-4DFB-D339-24309E6F72EB}" dt="2025-10-23T18:57:25.828" v="1963"/>
          <ac:spMkLst>
            <pc:docMk/>
            <pc:sldMk cId="4056291516" sldId="257"/>
            <ac:spMk id="2" creationId="{3DDE4014-92C0-F107-E693-22A6B10B1356}"/>
          </ac:spMkLst>
        </pc:spChg>
        <pc:spChg chg="mod">
          <ac:chgData name="Hunter Bartlett" userId="S::bartleh2@ferris.edu::cbf17650-2326-4151-9551-5062c83f5ca3" providerId="AD" clId="Web-{5FAF628E-B267-4DFB-D339-24309E6F72EB}" dt="2025-10-23T18:57:25.828" v="1963"/>
          <ac:spMkLst>
            <pc:docMk/>
            <pc:sldMk cId="4056291516" sldId="257"/>
            <ac:spMk id="3" creationId="{6AC1BB38-8615-CA65-21A7-FC5EDC9B7EED}"/>
          </ac:spMkLst>
        </pc:spChg>
        <pc:spChg chg="add">
          <ac:chgData name="Hunter Bartlett" userId="S::bartleh2@ferris.edu::cbf17650-2326-4151-9551-5062c83f5ca3" providerId="AD" clId="Web-{5FAF628E-B267-4DFB-D339-24309E6F72EB}" dt="2025-10-23T18:57:25.828" v="1963"/>
          <ac:spMkLst>
            <pc:docMk/>
            <pc:sldMk cId="4056291516" sldId="257"/>
            <ac:spMk id="9" creationId="{9F7D5CDA-D291-4307-BF55-1381FED29634}"/>
          </ac:spMkLst>
        </pc:spChg>
        <pc:picChg chg="add">
          <ac:chgData name="Hunter Bartlett" userId="S::bartleh2@ferris.edu::cbf17650-2326-4151-9551-5062c83f5ca3" providerId="AD" clId="Web-{5FAF628E-B267-4DFB-D339-24309E6F72EB}" dt="2025-10-23T18:57:25.828" v="1963"/>
          <ac:picMkLst>
            <pc:docMk/>
            <pc:sldMk cId="4056291516" sldId="257"/>
            <ac:picMk id="5" creationId="{2474267D-D8B8-270F-6165-E0BEC727E9D7}"/>
          </ac:picMkLst>
        </pc:picChg>
      </pc:sldChg>
      <pc:sldChg chg="addSp modSp mod setBg">
        <pc:chgData name="Hunter Bartlett" userId="S::bartleh2@ferris.edu::cbf17650-2326-4151-9551-5062c83f5ca3" providerId="AD" clId="Web-{5FAF628E-B267-4DFB-D339-24309E6F72EB}" dt="2025-10-23T18:57:33.188" v="1964"/>
        <pc:sldMkLst>
          <pc:docMk/>
          <pc:sldMk cId="3066256727" sldId="258"/>
        </pc:sldMkLst>
        <pc:spChg chg="mod">
          <ac:chgData name="Hunter Bartlett" userId="S::bartleh2@ferris.edu::cbf17650-2326-4151-9551-5062c83f5ca3" providerId="AD" clId="Web-{5FAF628E-B267-4DFB-D339-24309E6F72EB}" dt="2025-10-23T18:57:33.188" v="1964"/>
          <ac:spMkLst>
            <pc:docMk/>
            <pc:sldMk cId="3066256727" sldId="258"/>
            <ac:spMk id="2" creationId="{19FF0C13-3177-31FC-CAD9-29EF4DF81B9F}"/>
          </ac:spMkLst>
        </pc:spChg>
        <pc:spChg chg="mod">
          <ac:chgData name="Hunter Bartlett" userId="S::bartleh2@ferris.edu::cbf17650-2326-4151-9551-5062c83f5ca3" providerId="AD" clId="Web-{5FAF628E-B267-4DFB-D339-24309E6F72EB}" dt="2025-10-23T18:57:33.188" v="1964"/>
          <ac:spMkLst>
            <pc:docMk/>
            <pc:sldMk cId="3066256727" sldId="258"/>
            <ac:spMk id="3" creationId="{66143419-ABA1-E701-6DDB-FF0297C7DF72}"/>
          </ac:spMkLst>
        </pc:spChg>
        <pc:spChg chg="add">
          <ac:chgData name="Hunter Bartlett" userId="S::bartleh2@ferris.edu::cbf17650-2326-4151-9551-5062c83f5ca3" providerId="AD" clId="Web-{5FAF628E-B267-4DFB-D339-24309E6F72EB}" dt="2025-10-23T18:57:33.188" v="1964"/>
          <ac:spMkLst>
            <pc:docMk/>
            <pc:sldMk cId="3066256727" sldId="258"/>
            <ac:spMk id="9" creationId="{9F7D5CDA-D291-4307-BF55-1381FED29634}"/>
          </ac:spMkLst>
        </pc:spChg>
        <pc:picChg chg="add">
          <ac:chgData name="Hunter Bartlett" userId="S::bartleh2@ferris.edu::cbf17650-2326-4151-9551-5062c83f5ca3" providerId="AD" clId="Web-{5FAF628E-B267-4DFB-D339-24309E6F72EB}" dt="2025-10-23T18:57:33.188" v="1964"/>
          <ac:picMkLst>
            <pc:docMk/>
            <pc:sldMk cId="3066256727" sldId="258"/>
            <ac:picMk id="5" creationId="{E7858C20-EDBA-760F-A318-626EC35929B4}"/>
          </ac:picMkLst>
        </pc:picChg>
      </pc:sldChg>
      <pc:sldChg chg="addSp modSp mod setBg">
        <pc:chgData name="Hunter Bartlett" userId="S::bartleh2@ferris.edu::cbf17650-2326-4151-9551-5062c83f5ca3" providerId="AD" clId="Web-{5FAF628E-B267-4DFB-D339-24309E6F72EB}" dt="2025-10-23T19:00:31.159" v="1966"/>
        <pc:sldMkLst>
          <pc:docMk/>
          <pc:sldMk cId="3529888298" sldId="259"/>
        </pc:sldMkLst>
        <pc:spChg chg="mod">
          <ac:chgData name="Hunter Bartlett" userId="S::bartleh2@ferris.edu::cbf17650-2326-4151-9551-5062c83f5ca3" providerId="AD" clId="Web-{5FAF628E-B267-4DFB-D339-24309E6F72EB}" dt="2025-10-23T19:00:31.159" v="1966"/>
          <ac:spMkLst>
            <pc:docMk/>
            <pc:sldMk cId="3529888298" sldId="259"/>
            <ac:spMk id="2" creationId="{7F984CD8-E103-A638-EBF0-40371ACC2912}"/>
          </ac:spMkLst>
        </pc:spChg>
        <pc:spChg chg="mod">
          <ac:chgData name="Hunter Bartlett" userId="S::bartleh2@ferris.edu::cbf17650-2326-4151-9551-5062c83f5ca3" providerId="AD" clId="Web-{5FAF628E-B267-4DFB-D339-24309E6F72EB}" dt="2025-10-23T19:00:31.159" v="1966"/>
          <ac:spMkLst>
            <pc:docMk/>
            <pc:sldMk cId="3529888298" sldId="259"/>
            <ac:spMk id="3" creationId="{0C76FCA2-26BA-A88F-CD30-A0DCCC0173CA}"/>
          </ac:spMkLst>
        </pc:spChg>
        <pc:spChg chg="add">
          <ac:chgData name="Hunter Bartlett" userId="S::bartleh2@ferris.edu::cbf17650-2326-4151-9551-5062c83f5ca3" providerId="AD" clId="Web-{5FAF628E-B267-4DFB-D339-24309E6F72EB}" dt="2025-10-23T19:00:31.159" v="1966"/>
          <ac:spMkLst>
            <pc:docMk/>
            <pc:sldMk cId="3529888298" sldId="259"/>
            <ac:spMk id="8" creationId="{F837543A-6020-4505-A233-C9DB4BF74011}"/>
          </ac:spMkLst>
        </pc:spChg>
        <pc:spChg chg="add">
          <ac:chgData name="Hunter Bartlett" userId="S::bartleh2@ferris.edu::cbf17650-2326-4151-9551-5062c83f5ca3" providerId="AD" clId="Web-{5FAF628E-B267-4DFB-D339-24309E6F72EB}" dt="2025-10-23T19:00:31.159" v="1966"/>
          <ac:spMkLst>
            <pc:docMk/>
            <pc:sldMk cId="3529888298" sldId="259"/>
            <ac:spMk id="10" creationId="{35B16301-FB18-48BA-A6DD-C37CAF6F9A18}"/>
          </ac:spMkLst>
        </pc:spChg>
        <pc:spChg chg="add">
          <ac:chgData name="Hunter Bartlett" userId="S::bartleh2@ferris.edu::cbf17650-2326-4151-9551-5062c83f5ca3" providerId="AD" clId="Web-{5FAF628E-B267-4DFB-D339-24309E6F72EB}" dt="2025-10-23T19:00:31.159" v="1966"/>
          <ac:spMkLst>
            <pc:docMk/>
            <pc:sldMk cId="3529888298" sldId="259"/>
            <ac:spMk id="12" creationId="{C3C0D90E-074A-4F52-9B11-B52BEF4BCBE5}"/>
          </ac:spMkLst>
        </pc:spChg>
        <pc:spChg chg="add">
          <ac:chgData name="Hunter Bartlett" userId="S::bartleh2@ferris.edu::cbf17650-2326-4151-9551-5062c83f5ca3" providerId="AD" clId="Web-{5FAF628E-B267-4DFB-D339-24309E6F72EB}" dt="2025-10-23T19:00:31.159" v="1966"/>
          <ac:spMkLst>
            <pc:docMk/>
            <pc:sldMk cId="3529888298" sldId="259"/>
            <ac:spMk id="14" creationId="{CABBD4C1-E6F8-46F6-8152-A8A97490BF4D}"/>
          </ac:spMkLst>
        </pc:spChg>
        <pc:spChg chg="add">
          <ac:chgData name="Hunter Bartlett" userId="S::bartleh2@ferris.edu::cbf17650-2326-4151-9551-5062c83f5ca3" providerId="AD" clId="Web-{5FAF628E-B267-4DFB-D339-24309E6F72EB}" dt="2025-10-23T19:00:31.159" v="1966"/>
          <ac:spMkLst>
            <pc:docMk/>
            <pc:sldMk cId="3529888298" sldId="259"/>
            <ac:spMk id="16" creationId="{83BA5EF5-1FE9-4BF9-83BB-269BCDDF6156}"/>
          </ac:spMkLst>
        </pc:spChg>
        <pc:spChg chg="add">
          <ac:chgData name="Hunter Bartlett" userId="S::bartleh2@ferris.edu::cbf17650-2326-4151-9551-5062c83f5ca3" providerId="AD" clId="Web-{5FAF628E-B267-4DFB-D339-24309E6F72EB}" dt="2025-10-23T19:00:31.159" v="1966"/>
          <ac:spMkLst>
            <pc:docMk/>
            <pc:sldMk cId="3529888298" sldId="259"/>
            <ac:spMk id="20" creationId="{88853921-7BC9-4BDE-ACAB-133C683C82D6}"/>
          </ac:spMkLst>
        </pc:spChg>
        <pc:spChg chg="add">
          <ac:chgData name="Hunter Bartlett" userId="S::bartleh2@ferris.edu::cbf17650-2326-4151-9551-5062c83f5ca3" providerId="AD" clId="Web-{5FAF628E-B267-4DFB-D339-24309E6F72EB}" dt="2025-10-23T19:00:31.159" v="1966"/>
          <ac:spMkLst>
            <pc:docMk/>
            <pc:sldMk cId="3529888298" sldId="259"/>
            <ac:spMk id="22" creationId="{09192968-3AE7-4470-A61C-97294BB92731}"/>
          </ac:spMkLst>
        </pc:spChg>
        <pc:spChg chg="add">
          <ac:chgData name="Hunter Bartlett" userId="S::bartleh2@ferris.edu::cbf17650-2326-4151-9551-5062c83f5ca3" providerId="AD" clId="Web-{5FAF628E-B267-4DFB-D339-24309E6F72EB}" dt="2025-10-23T19:00:31.159" v="1966"/>
          <ac:spMkLst>
            <pc:docMk/>
            <pc:sldMk cId="3529888298" sldId="259"/>
            <ac:spMk id="24" creationId="{3AB72E55-43E4-4356-BFE8-E2102CB0B505}"/>
          </ac:spMkLst>
        </pc:spChg>
      </pc:sldChg>
      <pc:sldChg chg="addSp modSp mod setBg">
        <pc:chgData name="Hunter Bartlett" userId="S::bartleh2@ferris.edu::cbf17650-2326-4151-9551-5062c83f5ca3" providerId="AD" clId="Web-{5FAF628E-B267-4DFB-D339-24309E6F72EB}" dt="2025-10-23T18:58:28.781" v="1965"/>
        <pc:sldMkLst>
          <pc:docMk/>
          <pc:sldMk cId="3238990871" sldId="260"/>
        </pc:sldMkLst>
        <pc:spChg chg="mod">
          <ac:chgData name="Hunter Bartlett" userId="S::bartleh2@ferris.edu::cbf17650-2326-4151-9551-5062c83f5ca3" providerId="AD" clId="Web-{5FAF628E-B267-4DFB-D339-24309E6F72EB}" dt="2025-10-23T18:58:28.781" v="1965"/>
          <ac:spMkLst>
            <pc:docMk/>
            <pc:sldMk cId="3238990871" sldId="260"/>
            <ac:spMk id="2" creationId="{492EAD1E-2614-3B00-0806-A46376ED68EB}"/>
          </ac:spMkLst>
        </pc:spChg>
        <pc:spChg chg="mod">
          <ac:chgData name="Hunter Bartlett" userId="S::bartleh2@ferris.edu::cbf17650-2326-4151-9551-5062c83f5ca3" providerId="AD" clId="Web-{5FAF628E-B267-4DFB-D339-24309E6F72EB}" dt="2025-10-23T18:58:28.781" v="1965"/>
          <ac:spMkLst>
            <pc:docMk/>
            <pc:sldMk cId="3238990871" sldId="260"/>
            <ac:spMk id="3" creationId="{AE7A6CB2-7114-A13A-62BB-7E79745D5DCE}"/>
          </ac:spMkLst>
        </pc:spChg>
        <pc:spChg chg="add">
          <ac:chgData name="Hunter Bartlett" userId="S::bartleh2@ferris.edu::cbf17650-2326-4151-9551-5062c83f5ca3" providerId="AD" clId="Web-{5FAF628E-B267-4DFB-D339-24309E6F72EB}" dt="2025-10-23T18:58:28.781" v="1965"/>
          <ac:spMkLst>
            <pc:docMk/>
            <pc:sldMk cId="3238990871" sldId="260"/>
            <ac:spMk id="9" creationId="{9F7D5CDA-D291-4307-BF55-1381FED29634}"/>
          </ac:spMkLst>
        </pc:spChg>
        <pc:spChg chg="add">
          <ac:chgData name="Hunter Bartlett" userId="S::bartleh2@ferris.edu::cbf17650-2326-4151-9551-5062c83f5ca3" providerId="AD" clId="Web-{5FAF628E-B267-4DFB-D339-24309E6F72EB}" dt="2025-10-23T18:58:28.781" v="1965"/>
          <ac:spMkLst>
            <pc:docMk/>
            <pc:sldMk cId="3238990871" sldId="260"/>
            <ac:spMk id="11" creationId="{59B296B9-C5A5-4E4F-9B60-C907B5F1466C}"/>
          </ac:spMkLst>
        </pc:spChg>
        <pc:spChg chg="add">
          <ac:chgData name="Hunter Bartlett" userId="S::bartleh2@ferris.edu::cbf17650-2326-4151-9551-5062c83f5ca3" providerId="AD" clId="Web-{5FAF628E-B267-4DFB-D339-24309E6F72EB}" dt="2025-10-23T18:58:28.781" v="1965"/>
          <ac:spMkLst>
            <pc:docMk/>
            <pc:sldMk cId="3238990871" sldId="260"/>
            <ac:spMk id="13" creationId="{D0300FD3-5AF1-6305-15FA-9078072672E2}"/>
          </ac:spMkLst>
        </pc:spChg>
        <pc:picChg chg="add">
          <ac:chgData name="Hunter Bartlett" userId="S::bartleh2@ferris.edu::cbf17650-2326-4151-9551-5062c83f5ca3" providerId="AD" clId="Web-{5FAF628E-B267-4DFB-D339-24309E6F72EB}" dt="2025-10-23T18:58:28.781" v="1965"/>
          <ac:picMkLst>
            <pc:docMk/>
            <pc:sldMk cId="3238990871" sldId="260"/>
            <ac:picMk id="5" creationId="{9DC83215-A549-BAFC-464E-59B9D290A652}"/>
          </ac:picMkLst>
        </pc:picChg>
      </pc:sldChg>
      <pc:sldChg chg="addSp modSp new mod setBg">
        <pc:chgData name="Hunter Bartlett" userId="S::bartleh2@ferris.edu::cbf17650-2326-4151-9551-5062c83f5ca3" providerId="AD" clId="Web-{5FAF628E-B267-4DFB-D339-24309E6F72EB}" dt="2025-10-23T18:57:17.766" v="1962"/>
        <pc:sldMkLst>
          <pc:docMk/>
          <pc:sldMk cId="355626155" sldId="261"/>
        </pc:sldMkLst>
        <pc:spChg chg="mod">
          <ac:chgData name="Hunter Bartlett" userId="S::bartleh2@ferris.edu::cbf17650-2326-4151-9551-5062c83f5ca3" providerId="AD" clId="Web-{5FAF628E-B267-4DFB-D339-24309E6F72EB}" dt="2025-10-23T18:57:17.766" v="1962"/>
          <ac:spMkLst>
            <pc:docMk/>
            <pc:sldMk cId="355626155" sldId="261"/>
            <ac:spMk id="2" creationId="{7706489A-58B5-571A-B3F9-9653D36E586F}"/>
          </ac:spMkLst>
        </pc:spChg>
        <pc:spChg chg="mod">
          <ac:chgData name="Hunter Bartlett" userId="S::bartleh2@ferris.edu::cbf17650-2326-4151-9551-5062c83f5ca3" providerId="AD" clId="Web-{5FAF628E-B267-4DFB-D339-24309E6F72EB}" dt="2025-10-23T18:57:17.766" v="1962"/>
          <ac:spMkLst>
            <pc:docMk/>
            <pc:sldMk cId="355626155" sldId="261"/>
            <ac:spMk id="3" creationId="{3B54C4D0-CA1B-307D-57AB-330C9D29FD64}"/>
          </ac:spMkLst>
        </pc:spChg>
        <pc:spChg chg="add">
          <ac:chgData name="Hunter Bartlett" userId="S::bartleh2@ferris.edu::cbf17650-2326-4151-9551-5062c83f5ca3" providerId="AD" clId="Web-{5FAF628E-B267-4DFB-D339-24309E6F72EB}" dt="2025-10-23T18:57:17.766" v="1962"/>
          <ac:spMkLst>
            <pc:docMk/>
            <pc:sldMk cId="355626155" sldId="261"/>
            <ac:spMk id="9" creationId="{9F7D5CDA-D291-4307-BF55-1381FED29634}"/>
          </ac:spMkLst>
        </pc:spChg>
        <pc:picChg chg="add">
          <ac:chgData name="Hunter Bartlett" userId="S::bartleh2@ferris.edu::cbf17650-2326-4151-9551-5062c83f5ca3" providerId="AD" clId="Web-{5FAF628E-B267-4DFB-D339-24309E6F72EB}" dt="2025-10-23T18:57:17.766" v="1962"/>
          <ac:picMkLst>
            <pc:docMk/>
            <pc:sldMk cId="355626155" sldId="261"/>
            <ac:picMk id="5" creationId="{3C4CD6BD-788F-0558-2437-A5E77E7BC1E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ransparent padlock">
            <a:extLst>
              <a:ext uri="{FF2B5EF4-FFF2-40B4-BE49-F238E27FC236}">
                <a16:creationId xmlns:a16="http://schemas.microsoft.com/office/drawing/2014/main" id="{AFB92626-4E6E-7BB8-DE71-191E29DF3208}"/>
              </a:ext>
            </a:extLst>
          </p:cNvPr>
          <p:cNvPicPr>
            <a:picLocks noChangeAspect="1"/>
          </p:cNvPicPr>
          <p:nvPr/>
        </p:nvPicPr>
        <p:blipFill>
          <a:blip r:embed="rId2">
            <a:alphaModFix amt="50000"/>
          </a:blip>
          <a:srcRect t="14084" r="-2" b="73"/>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rPr>
              <a:t>Database Security</a:t>
            </a:r>
          </a:p>
        </p:txBody>
      </p:sp>
      <p:sp>
        <p:nvSpPr>
          <p:cNvPr id="3" name="Subtitle 2"/>
          <p:cNvSpPr>
            <a:spLocks noGrp="1"/>
          </p:cNvSpPr>
          <p:nvPr>
            <p:ph type="subTitle" idx="1"/>
          </p:nvPr>
        </p:nvSpPr>
        <p:spPr>
          <a:xfrm>
            <a:off x="1524000" y="4159404"/>
            <a:ext cx="9144000" cy="1098395"/>
          </a:xfrm>
        </p:spPr>
        <p:txBody>
          <a:bodyPr vert="horz" lIns="91440" tIns="45720" rIns="91440" bIns="45720" rtlCol="0" anchor="t">
            <a:normAutofit fontScale="55000" lnSpcReduction="20000"/>
          </a:bodyPr>
          <a:lstStyle/>
          <a:p>
            <a:r>
              <a:rPr lang="en-US" dirty="0">
                <a:solidFill>
                  <a:srgbClr val="FFFFFF"/>
                </a:solidFill>
              </a:rPr>
              <a:t>Hunter Bartlett</a:t>
            </a:r>
          </a:p>
          <a:p>
            <a:r>
              <a:rPr lang="en-US" dirty="0"/>
              <a:t>ISIN 325</a:t>
            </a:r>
          </a:p>
          <a:p>
            <a:r>
              <a:rPr lang="en-US">
                <a:solidFill>
                  <a:srgbClr val="FFFFFF"/>
                </a:solidFill>
              </a:rPr>
              <a:t>Dr. Gogolin</a:t>
            </a:r>
            <a:endParaRPr lang="en-US"/>
          </a:p>
          <a:p>
            <a:r>
              <a:rPr lang="en-US" dirty="0">
                <a:solidFill>
                  <a:srgbClr val="FFFFFF"/>
                </a:solidFill>
              </a:rPr>
              <a:t>Oct 23 2025</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06489A-58B5-571A-B3F9-9653D36E586F}"/>
              </a:ext>
            </a:extLst>
          </p:cNvPr>
          <p:cNvSpPr>
            <a:spLocks noGrp="1"/>
          </p:cNvSpPr>
          <p:nvPr>
            <p:ph type="title"/>
          </p:nvPr>
        </p:nvSpPr>
        <p:spPr>
          <a:xfrm>
            <a:off x="761800" y="762001"/>
            <a:ext cx="5334197" cy="1708242"/>
          </a:xfrm>
        </p:spPr>
        <p:txBody>
          <a:bodyPr anchor="ctr">
            <a:normAutofit/>
          </a:bodyPr>
          <a:lstStyle/>
          <a:p>
            <a:r>
              <a:rPr lang="en-US" sz="4000"/>
              <a:t>Introduction</a:t>
            </a:r>
          </a:p>
        </p:txBody>
      </p:sp>
      <p:sp>
        <p:nvSpPr>
          <p:cNvPr id="3" name="Content Placeholder 2">
            <a:extLst>
              <a:ext uri="{FF2B5EF4-FFF2-40B4-BE49-F238E27FC236}">
                <a16:creationId xmlns:a16="http://schemas.microsoft.com/office/drawing/2014/main" id="{3B54C4D0-CA1B-307D-57AB-330C9D29FD64}"/>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n-US" sz="2000"/>
              <a:t>For this assignment we were asked to create a database security policy to be able to secure databases. This establishes what physical security, access control, data access, as well as auditing and logging. </a:t>
            </a:r>
          </a:p>
        </p:txBody>
      </p:sp>
      <p:pic>
        <p:nvPicPr>
          <p:cNvPr id="5" name="Picture 4" descr="Padlock on computer motherboard">
            <a:extLst>
              <a:ext uri="{FF2B5EF4-FFF2-40B4-BE49-F238E27FC236}">
                <a16:creationId xmlns:a16="http://schemas.microsoft.com/office/drawing/2014/main" id="{3C4CD6BD-788F-0558-2437-A5E77E7BC1E3}"/>
              </a:ext>
            </a:extLst>
          </p:cNvPr>
          <p:cNvPicPr>
            <a:picLocks noChangeAspect="1"/>
          </p:cNvPicPr>
          <p:nvPr/>
        </p:nvPicPr>
        <p:blipFill>
          <a:blip r:embed="rId2"/>
          <a:srcRect l="10028" r="38139" b="4"/>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55626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DE4014-92C0-F107-E693-22A6B10B1356}"/>
              </a:ext>
            </a:extLst>
          </p:cNvPr>
          <p:cNvSpPr>
            <a:spLocks noGrp="1"/>
          </p:cNvSpPr>
          <p:nvPr>
            <p:ph type="title"/>
          </p:nvPr>
        </p:nvSpPr>
        <p:spPr>
          <a:xfrm>
            <a:off x="761800" y="762001"/>
            <a:ext cx="5334197" cy="1708242"/>
          </a:xfrm>
        </p:spPr>
        <p:txBody>
          <a:bodyPr anchor="ctr">
            <a:normAutofit/>
          </a:bodyPr>
          <a:lstStyle/>
          <a:p>
            <a:r>
              <a:rPr lang="en-US" sz="4000">
                <a:ea typeface="+mj-lt"/>
                <a:cs typeface="+mj-lt"/>
              </a:rPr>
              <a:t>Database Security</a:t>
            </a:r>
            <a:endParaRPr lang="en-US" sz="4000"/>
          </a:p>
        </p:txBody>
      </p:sp>
      <p:sp>
        <p:nvSpPr>
          <p:cNvPr id="3" name="Content Placeholder 2">
            <a:extLst>
              <a:ext uri="{FF2B5EF4-FFF2-40B4-BE49-F238E27FC236}">
                <a16:creationId xmlns:a16="http://schemas.microsoft.com/office/drawing/2014/main" id="{6AC1BB38-8615-CA65-21A7-FC5EDC9B7EED}"/>
              </a:ext>
            </a:extLst>
          </p:cNvPr>
          <p:cNvSpPr>
            <a:spLocks noGrp="1"/>
          </p:cNvSpPr>
          <p:nvPr>
            <p:ph idx="1"/>
          </p:nvPr>
        </p:nvSpPr>
        <p:spPr>
          <a:xfrm>
            <a:off x="761800" y="2470244"/>
            <a:ext cx="5334197" cy="3769835"/>
          </a:xfrm>
        </p:spPr>
        <p:txBody>
          <a:bodyPr vert="horz" lIns="91440" tIns="45720" rIns="91440" bIns="45720" rtlCol="0" anchor="ctr">
            <a:normAutofit/>
          </a:bodyPr>
          <a:lstStyle/>
          <a:p>
            <a:endParaRPr lang="en-US" sz="1000"/>
          </a:p>
          <a:p>
            <a:r>
              <a:rPr lang="en-US" sz="1000"/>
              <a:t>Locked server rooms</a:t>
            </a:r>
          </a:p>
          <a:p>
            <a:pPr lvl="1">
              <a:buFont typeface="Courier New" panose="020B0604020202020204" pitchFamily="34" charset="0"/>
              <a:buChar char="o"/>
            </a:pPr>
            <a:r>
              <a:rPr lang="en-US" sz="1000"/>
              <a:t>Server rooms will only be accessible with card swipe and keyed access to be able to ensure that only authorized personnel that have access are able to get into the room. Guest badges will be available to contractors that may have to access the room.</a:t>
            </a:r>
          </a:p>
          <a:p>
            <a:r>
              <a:rPr lang="en-US" sz="1000"/>
              <a:t>Separation of servers</a:t>
            </a:r>
          </a:p>
          <a:p>
            <a:pPr lvl="1">
              <a:buFont typeface="Courier New" panose="020B0604020202020204" pitchFamily="34" charset="0"/>
              <a:buChar char="o"/>
            </a:pPr>
            <a:r>
              <a:rPr lang="en-US" sz="1000"/>
              <a:t>Web and data servers will be located in different locations to ensure that if one of the server rooms are accessed unauthorized the entire server system is not able to be accessed.</a:t>
            </a:r>
          </a:p>
          <a:p>
            <a:r>
              <a:rPr lang="en-US" sz="1000"/>
              <a:t>Limited access control</a:t>
            </a:r>
          </a:p>
          <a:p>
            <a:pPr lvl="1">
              <a:buFont typeface="Courier New" panose="020B0604020202020204" pitchFamily="34" charset="0"/>
              <a:buChar char="o"/>
            </a:pPr>
            <a:r>
              <a:rPr lang="en-US" sz="1000"/>
              <a:t>Database administrators, tech support, and database owners will have access to edit and update databases. Everyone else will only have read privileges. This will ensure that only the ones that need access are allowed to have access.</a:t>
            </a:r>
          </a:p>
          <a:p>
            <a:r>
              <a:rPr lang="en-US" sz="1000"/>
              <a:t>Security configurations</a:t>
            </a:r>
          </a:p>
          <a:p>
            <a:pPr lvl="1">
              <a:buFont typeface="Courier New" panose="020B0604020202020204" pitchFamily="34" charset="0"/>
              <a:buChar char="o"/>
            </a:pPr>
            <a:r>
              <a:rPr lang="en-US" sz="1000"/>
              <a:t>All databases will have security patches done when available, and all settings to ensure security will be set. This will ensure that we are able to keep the software up to date and ensure that any vulnerabilities are taken care of as soon as possible.</a:t>
            </a:r>
          </a:p>
        </p:txBody>
      </p:sp>
      <p:pic>
        <p:nvPicPr>
          <p:cNvPr id="5" name="Picture 4">
            <a:extLst>
              <a:ext uri="{FF2B5EF4-FFF2-40B4-BE49-F238E27FC236}">
                <a16:creationId xmlns:a16="http://schemas.microsoft.com/office/drawing/2014/main" id="{2474267D-D8B8-270F-6165-E0BEC727E9D7}"/>
              </a:ext>
            </a:extLst>
          </p:cNvPr>
          <p:cNvPicPr>
            <a:picLocks noChangeAspect="1"/>
          </p:cNvPicPr>
          <p:nvPr/>
        </p:nvPicPr>
        <p:blipFill>
          <a:blip r:embed="rId2"/>
          <a:srcRect l="4344" r="54703" b="6249"/>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4056291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FF0C13-3177-31FC-CAD9-29EF4DF81B9F}"/>
              </a:ext>
            </a:extLst>
          </p:cNvPr>
          <p:cNvSpPr>
            <a:spLocks noGrp="1"/>
          </p:cNvSpPr>
          <p:nvPr>
            <p:ph type="title"/>
          </p:nvPr>
        </p:nvSpPr>
        <p:spPr>
          <a:xfrm>
            <a:off x="761800" y="762001"/>
            <a:ext cx="5334197" cy="1708242"/>
          </a:xfrm>
        </p:spPr>
        <p:txBody>
          <a:bodyPr anchor="ctr">
            <a:normAutofit/>
          </a:bodyPr>
          <a:lstStyle/>
          <a:p>
            <a:r>
              <a:rPr lang="en-US" sz="4000">
                <a:ea typeface="+mj-lt"/>
                <a:cs typeface="+mj-lt"/>
              </a:rPr>
              <a:t>Access Control</a:t>
            </a:r>
            <a:endParaRPr lang="en-US" sz="4000"/>
          </a:p>
        </p:txBody>
      </p:sp>
      <p:sp>
        <p:nvSpPr>
          <p:cNvPr id="3" name="Content Placeholder 2">
            <a:extLst>
              <a:ext uri="{FF2B5EF4-FFF2-40B4-BE49-F238E27FC236}">
                <a16:creationId xmlns:a16="http://schemas.microsoft.com/office/drawing/2014/main" id="{66143419-ABA1-E701-6DDB-FF0297C7DF72}"/>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en-US" sz="1000"/>
              <a:t>Password policy</a:t>
            </a:r>
          </a:p>
          <a:p>
            <a:pPr lvl="1">
              <a:buFont typeface="Courier New" panose="020B0604020202020204" pitchFamily="34" charset="0"/>
              <a:buChar char="o"/>
            </a:pPr>
            <a:r>
              <a:rPr lang="en-US" sz="1000"/>
              <a:t>Passwords will be 10 characters long with a special character, number, and an uppercase letter. </a:t>
            </a:r>
          </a:p>
          <a:p>
            <a:r>
              <a:rPr lang="en-US" sz="1000"/>
              <a:t>Groups/roles</a:t>
            </a:r>
          </a:p>
          <a:p>
            <a:pPr lvl="1">
              <a:buFont typeface="Courier New" panose="020B0604020202020204" pitchFamily="34" charset="0"/>
              <a:buChar char="o"/>
            </a:pPr>
            <a:r>
              <a:rPr lang="en-US" sz="1000"/>
              <a:t>Groups will be determined based on users. DBA's , call center, and database manager will get administrator roles, appointed individuals will be assigned security officer roles to be able to configure logins, and DBA's, and software employees will be able to create databases. Each of these will be used to ensure that people that need access can get that, but people do not have access to anything that they do not need.</a:t>
            </a:r>
          </a:p>
          <a:p>
            <a:r>
              <a:rPr lang="en-US" sz="1000"/>
              <a:t>Owners</a:t>
            </a:r>
          </a:p>
          <a:p>
            <a:pPr lvl="1">
              <a:buFont typeface="Courier New" panose="020B0604020202020204" pitchFamily="34" charset="0"/>
              <a:buChar char="o"/>
            </a:pPr>
            <a:r>
              <a:rPr lang="en-US" sz="1000"/>
              <a:t>Database owners will get access to the databases, and custodians will be appointed to be able to implement the changes. This will ensure that they have the access that they need and nothing more or less.</a:t>
            </a:r>
          </a:p>
          <a:p>
            <a:r>
              <a:rPr lang="en-US" sz="1000"/>
              <a:t>Elimination of creeping authority</a:t>
            </a:r>
          </a:p>
          <a:p>
            <a:pPr lvl="1">
              <a:buFont typeface="Courier New" panose="020B0604020202020204" pitchFamily="34" charset="0"/>
              <a:buChar char="o"/>
            </a:pPr>
            <a:r>
              <a:rPr lang="en-US" sz="1000"/>
              <a:t>To eliminate creeping authority we will only give users access to what they need to be able to do their job effectively. When someone gets a new role in the company, we will ensure that they have their access combed through to ensure that they do not have any access to things that they do not need. Same thing will be done if an employee is let go from the company. An employee seperation ticket will have a task to ensure that any access to the companies databases.</a:t>
            </a:r>
          </a:p>
          <a:p>
            <a:pPr lvl="1">
              <a:buFont typeface="Courier New" panose="020B0604020202020204" pitchFamily="34" charset="0"/>
              <a:buChar char="o"/>
            </a:pPr>
            <a:endParaRPr lang="en-US" sz="1000"/>
          </a:p>
        </p:txBody>
      </p:sp>
      <p:pic>
        <p:nvPicPr>
          <p:cNvPr id="5" name="Picture 4" descr="Programming data on computer monitor">
            <a:extLst>
              <a:ext uri="{FF2B5EF4-FFF2-40B4-BE49-F238E27FC236}">
                <a16:creationId xmlns:a16="http://schemas.microsoft.com/office/drawing/2014/main" id="{E7858C20-EDBA-760F-A318-626EC35929B4}"/>
              </a:ext>
            </a:extLst>
          </p:cNvPr>
          <p:cNvPicPr>
            <a:picLocks noChangeAspect="1"/>
          </p:cNvPicPr>
          <p:nvPr/>
        </p:nvPicPr>
        <p:blipFill>
          <a:blip r:embed="rId2"/>
          <a:srcRect l="44115" r="4125"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066256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984CD8-E103-A638-EBF0-40371ACC2912}"/>
              </a:ext>
            </a:extLst>
          </p:cNvPr>
          <p:cNvSpPr>
            <a:spLocks noGrp="1"/>
          </p:cNvSpPr>
          <p:nvPr>
            <p:ph type="title"/>
          </p:nvPr>
        </p:nvSpPr>
        <p:spPr>
          <a:xfrm>
            <a:off x="838200" y="365125"/>
            <a:ext cx="5558489" cy="1325563"/>
          </a:xfrm>
        </p:spPr>
        <p:txBody>
          <a:bodyPr>
            <a:normAutofit/>
          </a:bodyPr>
          <a:lstStyle/>
          <a:p>
            <a:r>
              <a:rPr lang="en-US">
                <a:ea typeface="+mj-lt"/>
                <a:cs typeface="+mj-lt"/>
              </a:rPr>
              <a:t>Data Access</a:t>
            </a:r>
            <a:endParaRPr lang="en-US" dirty="0"/>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C76FCA2-26BA-A88F-CD30-A0DCCC0173CA}"/>
              </a:ext>
            </a:extLst>
          </p:cNvPr>
          <p:cNvSpPr>
            <a:spLocks noGrp="1"/>
          </p:cNvSpPr>
          <p:nvPr>
            <p:ph idx="1"/>
          </p:nvPr>
        </p:nvSpPr>
        <p:spPr>
          <a:xfrm>
            <a:off x="838200" y="1825625"/>
            <a:ext cx="5558489" cy="4351338"/>
          </a:xfrm>
        </p:spPr>
        <p:txBody>
          <a:bodyPr vert="horz" lIns="91440" tIns="45720" rIns="91440" bIns="45720" rtlCol="0">
            <a:normAutofit/>
          </a:bodyPr>
          <a:lstStyle/>
          <a:p>
            <a:r>
              <a:rPr lang="en-US" sz="1500"/>
              <a:t>Stored procedures/Views</a:t>
            </a:r>
          </a:p>
          <a:p>
            <a:pPr lvl="1">
              <a:buFont typeface="Courier New" panose="020B0604020202020204" pitchFamily="34" charset="0"/>
              <a:buChar char="o"/>
            </a:pPr>
            <a:r>
              <a:rPr lang="en-US" sz="1500"/>
              <a:t>Applications will have access to stored procedures and views but not be able to access the actual data and data that is sensitive. Users will also be able to access the stored procedures and views, which will allow them to execute the procedure but does not allow them to view the data. </a:t>
            </a:r>
          </a:p>
          <a:p>
            <a:r>
              <a:rPr lang="en-US" sz="1500"/>
              <a:t>Embedded SQL</a:t>
            </a:r>
          </a:p>
          <a:p>
            <a:pPr lvl="1">
              <a:buFont typeface="Courier New" panose="020B0604020202020204" pitchFamily="34" charset="0"/>
              <a:buChar char="o"/>
            </a:pPr>
            <a:r>
              <a:rPr lang="en-US" sz="1500"/>
              <a:t>Embedded SQL should not be used because of the ability to inject scripts, and reduced security to the database.</a:t>
            </a:r>
          </a:p>
          <a:p>
            <a:pPr lvl="1">
              <a:buFont typeface="Courier New" panose="020B0604020202020204" pitchFamily="34" charset="0"/>
              <a:buChar char="o"/>
            </a:pPr>
            <a:endParaRPr lang="en-US" sz="1500"/>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9888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iles of logs">
            <a:extLst>
              <a:ext uri="{FF2B5EF4-FFF2-40B4-BE49-F238E27FC236}">
                <a16:creationId xmlns:a16="http://schemas.microsoft.com/office/drawing/2014/main" id="{9DC83215-A549-BAFC-464E-59B9D290A652}"/>
              </a:ext>
            </a:extLst>
          </p:cNvPr>
          <p:cNvPicPr>
            <a:picLocks noChangeAspect="1"/>
          </p:cNvPicPr>
          <p:nvPr/>
        </p:nvPicPr>
        <p:blipFill>
          <a:blip r:embed="rId2"/>
          <a:srcRect l="2424" r="38398" b="-3"/>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2EAD1E-2614-3B00-0806-A46376ED68EB}"/>
              </a:ext>
            </a:extLst>
          </p:cNvPr>
          <p:cNvSpPr>
            <a:spLocks noGrp="1"/>
          </p:cNvSpPr>
          <p:nvPr>
            <p:ph type="title"/>
          </p:nvPr>
        </p:nvSpPr>
        <p:spPr>
          <a:xfrm>
            <a:off x="761801" y="328512"/>
            <a:ext cx="4778387" cy="1628970"/>
          </a:xfrm>
        </p:spPr>
        <p:txBody>
          <a:bodyPr anchor="ctr">
            <a:normAutofit/>
          </a:bodyPr>
          <a:lstStyle/>
          <a:p>
            <a:r>
              <a:rPr lang="en-US" sz="4000">
                <a:ea typeface="+mj-lt"/>
                <a:cs typeface="+mj-lt"/>
              </a:rPr>
              <a:t>Auditing/Logging</a:t>
            </a:r>
            <a:endParaRPr lang="en-US" sz="4000"/>
          </a:p>
        </p:txBody>
      </p:sp>
      <p:sp>
        <p:nvSpPr>
          <p:cNvPr id="3" name="Content Placeholder 2">
            <a:extLst>
              <a:ext uri="{FF2B5EF4-FFF2-40B4-BE49-F238E27FC236}">
                <a16:creationId xmlns:a16="http://schemas.microsoft.com/office/drawing/2014/main" id="{AE7A6CB2-7114-A13A-62BB-7E79745D5DCE}"/>
              </a:ext>
            </a:extLst>
          </p:cNvPr>
          <p:cNvSpPr>
            <a:spLocks noGrp="1"/>
          </p:cNvSpPr>
          <p:nvPr>
            <p:ph idx="1"/>
          </p:nvPr>
        </p:nvSpPr>
        <p:spPr>
          <a:xfrm>
            <a:off x="761801" y="2884929"/>
            <a:ext cx="4659756" cy="3374137"/>
          </a:xfrm>
        </p:spPr>
        <p:txBody>
          <a:bodyPr vert="horz" lIns="91440" tIns="45720" rIns="91440" bIns="45720" rtlCol="0" anchor="ctr">
            <a:normAutofit/>
          </a:bodyPr>
          <a:lstStyle/>
          <a:p>
            <a:r>
              <a:rPr lang="en-US" sz="1900"/>
              <a:t>Auditing and logging procedures</a:t>
            </a:r>
          </a:p>
          <a:p>
            <a:pPr lvl="1">
              <a:buFont typeface="Courier New" panose="020B0604020202020204" pitchFamily="34" charset="0"/>
              <a:buChar char="o"/>
            </a:pPr>
            <a:r>
              <a:rPr lang="en-US" sz="1900"/>
              <a:t>We will ensure that auditing and logging is turned on and enabled for each database</a:t>
            </a:r>
          </a:p>
          <a:p>
            <a:pPr lvl="1">
              <a:buFont typeface="Courier New" panose="020B0604020202020204" pitchFamily="34" charset="0"/>
              <a:buChar char="o"/>
            </a:pPr>
            <a:r>
              <a:rPr lang="en-US" sz="1900"/>
              <a:t>Auditing and logging will both be done with the backups and be able to log any changes, errors, or access that was not authorized. Attempted invalid access will trigger an alert that can be logged and accessed by the administrators. </a:t>
            </a:r>
          </a:p>
          <a:p>
            <a:pPr lvl="1">
              <a:buFont typeface="Courier New" panose="020B0604020202020204" pitchFamily="34" charset="0"/>
              <a:buChar char="o"/>
            </a:pPr>
            <a:endParaRPr lang="en-US" sz="1900"/>
          </a:p>
          <a:p>
            <a:pPr lvl="1">
              <a:buFont typeface="Courier New" panose="020B0604020202020204" pitchFamily="34" charset="0"/>
              <a:buChar char="o"/>
            </a:pPr>
            <a:endParaRPr lang="en-US" sz="1900"/>
          </a:p>
          <a:p>
            <a:endParaRPr lang="en-US" sz="1900"/>
          </a:p>
        </p:txBody>
      </p:sp>
    </p:spTree>
    <p:extLst>
      <p:ext uri="{BB962C8B-B14F-4D97-AF65-F5344CB8AC3E}">
        <p14:creationId xmlns:p14="http://schemas.microsoft.com/office/powerpoint/2010/main" val="3238990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Database Security</vt:lpstr>
      <vt:lpstr>Introduction</vt:lpstr>
      <vt:lpstr>Database Security</vt:lpstr>
      <vt:lpstr>Access Control</vt:lpstr>
      <vt:lpstr>Data Access</vt:lpstr>
      <vt:lpstr>Auditing/Logging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254</cp:revision>
  <dcterms:created xsi:type="dcterms:W3CDTF">2025-10-23T17:16:43Z</dcterms:created>
  <dcterms:modified xsi:type="dcterms:W3CDTF">2025-10-23T19:00:31Z</dcterms:modified>
</cp:coreProperties>
</file>