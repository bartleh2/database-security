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BA22DD-628A-42CA-AA1B-7595F4E5DDC2}" v="1" dt="2025-11-06T23:09:22.7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 varScale="1">
        <p:scale>
          <a:sx n="71" d="100"/>
          <a:sy n="71" d="100"/>
        </p:scale>
        <p:origin x="75" y="3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ter Bartlett" userId="cbf17650-2326-4151-9551-5062c83f5ca3" providerId="ADAL" clId="{A8ED9588-72CB-431E-8FF0-80C39D5F9BE2}"/>
    <pc:docChg chg="undo custSel addSld delSld modSld sldOrd">
      <pc:chgData name="Hunter Bartlett" userId="cbf17650-2326-4151-9551-5062c83f5ca3" providerId="ADAL" clId="{A8ED9588-72CB-431E-8FF0-80C39D5F9BE2}" dt="2025-11-06T23:09:22.782" v="846" actId="255"/>
      <pc:docMkLst>
        <pc:docMk/>
      </pc:docMkLst>
      <pc:sldChg chg="addSp modSp mod setBg addAnim">
        <pc:chgData name="Hunter Bartlett" userId="cbf17650-2326-4151-9551-5062c83f5ca3" providerId="ADAL" clId="{A8ED9588-72CB-431E-8FF0-80C39D5F9BE2}" dt="2025-11-06T23:09:22.782" v="846" actId="255"/>
        <pc:sldMkLst>
          <pc:docMk/>
          <pc:sldMk cId="255851974" sldId="256"/>
        </pc:sldMkLst>
        <pc:spChg chg="mod">
          <ac:chgData name="Hunter Bartlett" userId="cbf17650-2326-4151-9551-5062c83f5ca3" providerId="ADAL" clId="{A8ED9588-72CB-431E-8FF0-80C39D5F9BE2}" dt="2025-11-06T23:09:06.504" v="843" actId="26606"/>
          <ac:spMkLst>
            <pc:docMk/>
            <pc:sldMk cId="255851974" sldId="256"/>
            <ac:spMk id="2" creationId="{C02DBE43-48C9-9F3F-A34D-8D879075B696}"/>
          </ac:spMkLst>
        </pc:spChg>
        <pc:spChg chg="mod">
          <ac:chgData name="Hunter Bartlett" userId="cbf17650-2326-4151-9551-5062c83f5ca3" providerId="ADAL" clId="{A8ED9588-72CB-431E-8FF0-80C39D5F9BE2}" dt="2025-11-06T23:09:22.782" v="846" actId="255"/>
          <ac:spMkLst>
            <pc:docMk/>
            <pc:sldMk cId="255851974" sldId="256"/>
            <ac:spMk id="3" creationId="{BA437780-E0E9-78EE-5651-A1255C097951}"/>
          </ac:spMkLst>
        </pc:spChg>
        <pc:spChg chg="add">
          <ac:chgData name="Hunter Bartlett" userId="cbf17650-2326-4151-9551-5062c83f5ca3" providerId="ADAL" clId="{A8ED9588-72CB-431E-8FF0-80C39D5F9BE2}" dt="2025-11-06T23:09:06.504" v="843" actId="26606"/>
          <ac:spMkLst>
            <pc:docMk/>
            <pc:sldMk cId="255851974" sldId="256"/>
            <ac:spMk id="9" creationId="{8870DEF6-46A2-D4F8-8BE6-91165D93ECC4}"/>
          </ac:spMkLst>
        </pc:spChg>
        <pc:picChg chg="add">
          <ac:chgData name="Hunter Bartlett" userId="cbf17650-2326-4151-9551-5062c83f5ca3" providerId="ADAL" clId="{A8ED9588-72CB-431E-8FF0-80C39D5F9BE2}" dt="2025-11-06T23:09:06.504" v="843" actId="26606"/>
          <ac:picMkLst>
            <pc:docMk/>
            <pc:sldMk cId="255851974" sldId="256"/>
            <ac:picMk id="5" creationId="{64D611D5-006F-11A8-A0AC-C896B8981170}"/>
          </ac:picMkLst>
        </pc:picChg>
        <pc:cxnChg chg="add">
          <ac:chgData name="Hunter Bartlett" userId="cbf17650-2326-4151-9551-5062c83f5ca3" providerId="ADAL" clId="{A8ED9588-72CB-431E-8FF0-80C39D5F9BE2}" dt="2025-11-06T23:09:06.504" v="843" actId="26606"/>
          <ac:cxnSpMkLst>
            <pc:docMk/>
            <pc:sldMk cId="255851974" sldId="256"/>
            <ac:cxnSpMk id="11" creationId="{522632D6-DED9-FDEC-FD9F-09FF0A4544CC}"/>
          </ac:cxnSpMkLst>
        </pc:cxnChg>
      </pc:sldChg>
      <pc:sldChg chg="addSp delSp modSp new mod setBg">
        <pc:chgData name="Hunter Bartlett" userId="cbf17650-2326-4151-9551-5062c83f5ca3" providerId="ADAL" clId="{A8ED9588-72CB-431E-8FF0-80C39D5F9BE2}" dt="2025-11-06T23:08:44.766" v="839" actId="26606"/>
        <pc:sldMkLst>
          <pc:docMk/>
          <pc:sldMk cId="3712232638" sldId="257"/>
        </pc:sldMkLst>
        <pc:spChg chg="mod">
          <ac:chgData name="Hunter Bartlett" userId="cbf17650-2326-4151-9551-5062c83f5ca3" providerId="ADAL" clId="{A8ED9588-72CB-431E-8FF0-80C39D5F9BE2}" dt="2025-11-06T23:08:44.766" v="839" actId="26606"/>
          <ac:spMkLst>
            <pc:docMk/>
            <pc:sldMk cId="3712232638" sldId="257"/>
            <ac:spMk id="2" creationId="{66083D8D-613C-8B73-8470-317293C05B01}"/>
          </ac:spMkLst>
        </pc:spChg>
        <pc:spChg chg="del">
          <ac:chgData name="Hunter Bartlett" userId="cbf17650-2326-4151-9551-5062c83f5ca3" providerId="ADAL" clId="{A8ED9588-72CB-431E-8FF0-80C39D5F9BE2}" dt="2025-11-06T23:01:35.249" v="95" actId="22"/>
          <ac:spMkLst>
            <pc:docMk/>
            <pc:sldMk cId="3712232638" sldId="257"/>
            <ac:spMk id="3" creationId="{6DB039BF-4C1C-DE0A-CE67-C1A66BEACC0C}"/>
          </ac:spMkLst>
        </pc:spChg>
        <pc:spChg chg="add">
          <ac:chgData name="Hunter Bartlett" userId="cbf17650-2326-4151-9551-5062c83f5ca3" providerId="ADAL" clId="{A8ED9588-72CB-431E-8FF0-80C39D5F9BE2}" dt="2025-11-06T23:08:44.766" v="839" actId="26606"/>
          <ac:spMkLst>
            <pc:docMk/>
            <pc:sldMk cId="3712232638" sldId="257"/>
            <ac:spMk id="10" creationId="{D4771268-CB57-404A-9271-370EB28F6090}"/>
          </ac:spMkLst>
        </pc:spChg>
        <pc:picChg chg="add mod ord">
          <ac:chgData name="Hunter Bartlett" userId="cbf17650-2326-4151-9551-5062c83f5ca3" providerId="ADAL" clId="{A8ED9588-72CB-431E-8FF0-80C39D5F9BE2}" dt="2025-11-06T23:08:44.766" v="839" actId="26606"/>
          <ac:picMkLst>
            <pc:docMk/>
            <pc:sldMk cId="3712232638" sldId="257"/>
            <ac:picMk id="5" creationId="{2A3CAA44-9D41-7C16-4A79-47B93D763F2B}"/>
          </ac:picMkLst>
        </pc:picChg>
      </pc:sldChg>
      <pc:sldChg chg="addSp modSp new mod setBg">
        <pc:chgData name="Hunter Bartlett" userId="cbf17650-2326-4151-9551-5062c83f5ca3" providerId="ADAL" clId="{A8ED9588-72CB-431E-8FF0-80C39D5F9BE2}" dt="2025-11-06T23:08:48.530" v="840" actId="26606"/>
        <pc:sldMkLst>
          <pc:docMk/>
          <pc:sldMk cId="497535094" sldId="258"/>
        </pc:sldMkLst>
        <pc:spChg chg="mod">
          <ac:chgData name="Hunter Bartlett" userId="cbf17650-2326-4151-9551-5062c83f5ca3" providerId="ADAL" clId="{A8ED9588-72CB-431E-8FF0-80C39D5F9BE2}" dt="2025-11-06T23:08:48.530" v="840" actId="26606"/>
          <ac:spMkLst>
            <pc:docMk/>
            <pc:sldMk cId="497535094" sldId="258"/>
            <ac:spMk id="2" creationId="{CD94FE95-E795-0491-BBDB-110FC5093CC7}"/>
          </ac:spMkLst>
        </pc:spChg>
        <pc:spChg chg="mod">
          <ac:chgData name="Hunter Bartlett" userId="cbf17650-2326-4151-9551-5062c83f5ca3" providerId="ADAL" clId="{A8ED9588-72CB-431E-8FF0-80C39D5F9BE2}" dt="2025-11-06T23:08:48.530" v="840" actId="26606"/>
          <ac:spMkLst>
            <pc:docMk/>
            <pc:sldMk cId="497535094" sldId="258"/>
            <ac:spMk id="3" creationId="{C62F0AD0-35A4-7E50-F3B4-9FC1A9AD8DED}"/>
          </ac:spMkLst>
        </pc:spChg>
        <pc:spChg chg="add">
          <ac:chgData name="Hunter Bartlett" userId="cbf17650-2326-4151-9551-5062c83f5ca3" providerId="ADAL" clId="{A8ED9588-72CB-431E-8FF0-80C39D5F9BE2}" dt="2025-11-06T23:08:48.530" v="840" actId="26606"/>
          <ac:spMkLst>
            <pc:docMk/>
            <pc:sldMk cId="497535094" sldId="258"/>
            <ac:spMk id="9" creationId="{C0763A76-9F1C-4FC5-82B7-DD475DA461B2}"/>
          </ac:spMkLst>
        </pc:spChg>
        <pc:spChg chg="add">
          <ac:chgData name="Hunter Bartlett" userId="cbf17650-2326-4151-9551-5062c83f5ca3" providerId="ADAL" clId="{A8ED9588-72CB-431E-8FF0-80C39D5F9BE2}" dt="2025-11-06T23:08:48.530" v="840" actId="26606"/>
          <ac:spMkLst>
            <pc:docMk/>
            <pc:sldMk cId="497535094" sldId="258"/>
            <ac:spMk id="11" creationId="{E81BF4F6-F2CF-4984-9D14-D6966D92F99F}"/>
          </ac:spMkLst>
        </pc:spChg>
        <pc:picChg chg="add">
          <ac:chgData name="Hunter Bartlett" userId="cbf17650-2326-4151-9551-5062c83f5ca3" providerId="ADAL" clId="{A8ED9588-72CB-431E-8FF0-80C39D5F9BE2}" dt="2025-11-06T23:08:48.530" v="840" actId="26606"/>
          <ac:picMkLst>
            <pc:docMk/>
            <pc:sldMk cId="497535094" sldId="258"/>
            <ac:picMk id="5" creationId="{BA5147E8-42C6-1EE5-AD21-797F741EC42C}"/>
          </ac:picMkLst>
        </pc:picChg>
      </pc:sldChg>
      <pc:sldChg chg="new del">
        <pc:chgData name="Hunter Bartlett" userId="cbf17650-2326-4151-9551-5062c83f5ca3" providerId="ADAL" clId="{A8ED9588-72CB-431E-8FF0-80C39D5F9BE2}" dt="2025-11-06T23:08:34.335" v="838" actId="2696"/>
        <pc:sldMkLst>
          <pc:docMk/>
          <pc:sldMk cId="4159692485" sldId="259"/>
        </pc:sldMkLst>
      </pc:sldChg>
      <pc:sldChg chg="addSp modSp new mod ord setBg">
        <pc:chgData name="Hunter Bartlett" userId="cbf17650-2326-4151-9551-5062c83f5ca3" providerId="ADAL" clId="{A8ED9588-72CB-431E-8FF0-80C39D5F9BE2}" dt="2025-11-06T23:08:57.641" v="841" actId="26606"/>
        <pc:sldMkLst>
          <pc:docMk/>
          <pc:sldMk cId="1975372928" sldId="260"/>
        </pc:sldMkLst>
        <pc:spChg chg="mod">
          <ac:chgData name="Hunter Bartlett" userId="cbf17650-2326-4151-9551-5062c83f5ca3" providerId="ADAL" clId="{A8ED9588-72CB-431E-8FF0-80C39D5F9BE2}" dt="2025-11-06T23:08:57.641" v="841" actId="26606"/>
          <ac:spMkLst>
            <pc:docMk/>
            <pc:sldMk cId="1975372928" sldId="260"/>
            <ac:spMk id="2" creationId="{97759571-6DB2-D37C-3404-A38145D6D742}"/>
          </ac:spMkLst>
        </pc:spChg>
        <pc:spChg chg="mod">
          <ac:chgData name="Hunter Bartlett" userId="cbf17650-2326-4151-9551-5062c83f5ca3" providerId="ADAL" clId="{A8ED9588-72CB-431E-8FF0-80C39D5F9BE2}" dt="2025-11-06T23:08:57.641" v="841" actId="26606"/>
          <ac:spMkLst>
            <pc:docMk/>
            <pc:sldMk cId="1975372928" sldId="260"/>
            <ac:spMk id="3" creationId="{0B4ED09E-903E-C557-0BE5-A3D85234189D}"/>
          </ac:spMkLst>
        </pc:spChg>
        <pc:spChg chg="add">
          <ac:chgData name="Hunter Bartlett" userId="cbf17650-2326-4151-9551-5062c83f5ca3" providerId="ADAL" clId="{A8ED9588-72CB-431E-8FF0-80C39D5F9BE2}" dt="2025-11-06T23:08:57.641" v="841" actId="26606"/>
          <ac:spMkLst>
            <pc:docMk/>
            <pc:sldMk cId="1975372928" sldId="260"/>
            <ac:spMk id="9" creationId="{C0763A76-9F1C-4FC5-82B7-DD475DA461B2}"/>
          </ac:spMkLst>
        </pc:spChg>
        <pc:spChg chg="add">
          <ac:chgData name="Hunter Bartlett" userId="cbf17650-2326-4151-9551-5062c83f5ca3" providerId="ADAL" clId="{A8ED9588-72CB-431E-8FF0-80C39D5F9BE2}" dt="2025-11-06T23:08:57.641" v="841" actId="26606"/>
          <ac:spMkLst>
            <pc:docMk/>
            <pc:sldMk cId="1975372928" sldId="260"/>
            <ac:spMk id="11" creationId="{E81BF4F6-F2CF-4984-9D14-D6966D92F99F}"/>
          </ac:spMkLst>
        </pc:spChg>
        <pc:picChg chg="add">
          <ac:chgData name="Hunter Bartlett" userId="cbf17650-2326-4151-9551-5062c83f5ca3" providerId="ADAL" clId="{A8ED9588-72CB-431E-8FF0-80C39D5F9BE2}" dt="2025-11-06T23:08:57.641" v="841" actId="26606"/>
          <ac:picMkLst>
            <pc:docMk/>
            <pc:sldMk cId="1975372928" sldId="260"/>
            <ac:picMk id="5" creationId="{2451A009-5536-AA57-86E4-1F5688FF0005}"/>
          </ac:picMkLst>
        </pc:picChg>
      </pc:sldChg>
      <pc:sldChg chg="addSp modSp new mod ord setBg">
        <pc:chgData name="Hunter Bartlett" userId="cbf17650-2326-4151-9551-5062c83f5ca3" providerId="ADAL" clId="{A8ED9588-72CB-431E-8FF0-80C39D5F9BE2}" dt="2025-11-06T23:09:01.610" v="842" actId="26606"/>
        <pc:sldMkLst>
          <pc:docMk/>
          <pc:sldMk cId="3466357220" sldId="261"/>
        </pc:sldMkLst>
        <pc:spChg chg="mod">
          <ac:chgData name="Hunter Bartlett" userId="cbf17650-2326-4151-9551-5062c83f5ca3" providerId="ADAL" clId="{A8ED9588-72CB-431E-8FF0-80C39D5F9BE2}" dt="2025-11-06T23:09:01.610" v="842" actId="26606"/>
          <ac:spMkLst>
            <pc:docMk/>
            <pc:sldMk cId="3466357220" sldId="261"/>
            <ac:spMk id="2" creationId="{8FA02A62-5664-3FDB-518D-5A67E8C15537}"/>
          </ac:spMkLst>
        </pc:spChg>
        <pc:spChg chg="mod">
          <ac:chgData name="Hunter Bartlett" userId="cbf17650-2326-4151-9551-5062c83f5ca3" providerId="ADAL" clId="{A8ED9588-72CB-431E-8FF0-80C39D5F9BE2}" dt="2025-11-06T23:09:01.610" v="842" actId="26606"/>
          <ac:spMkLst>
            <pc:docMk/>
            <pc:sldMk cId="3466357220" sldId="261"/>
            <ac:spMk id="3" creationId="{9B012F7A-BB2F-F279-26E9-CD0A312A2BC8}"/>
          </ac:spMkLst>
        </pc:spChg>
        <pc:spChg chg="add">
          <ac:chgData name="Hunter Bartlett" userId="cbf17650-2326-4151-9551-5062c83f5ca3" providerId="ADAL" clId="{A8ED9588-72CB-431E-8FF0-80C39D5F9BE2}" dt="2025-11-06T23:09:01.610" v="842" actId="26606"/>
          <ac:spMkLst>
            <pc:docMk/>
            <pc:sldMk cId="3466357220" sldId="261"/>
            <ac:spMk id="9" creationId="{C0763A76-9F1C-4FC5-82B7-DD475DA461B2}"/>
          </ac:spMkLst>
        </pc:spChg>
        <pc:spChg chg="add">
          <ac:chgData name="Hunter Bartlett" userId="cbf17650-2326-4151-9551-5062c83f5ca3" providerId="ADAL" clId="{A8ED9588-72CB-431E-8FF0-80C39D5F9BE2}" dt="2025-11-06T23:09:01.610" v="842" actId="26606"/>
          <ac:spMkLst>
            <pc:docMk/>
            <pc:sldMk cId="3466357220" sldId="261"/>
            <ac:spMk id="11" creationId="{E81BF4F6-F2CF-4984-9D14-D6966D92F99F}"/>
          </ac:spMkLst>
        </pc:spChg>
        <pc:picChg chg="add">
          <ac:chgData name="Hunter Bartlett" userId="cbf17650-2326-4151-9551-5062c83f5ca3" providerId="ADAL" clId="{A8ED9588-72CB-431E-8FF0-80C39D5F9BE2}" dt="2025-11-06T23:09:01.610" v="842" actId="26606"/>
          <ac:picMkLst>
            <pc:docMk/>
            <pc:sldMk cId="3466357220" sldId="261"/>
            <ac:picMk id="5" creationId="{AE9C7B25-F395-6310-EACC-463316BE6B2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E9CC-7A6D-0242-80A6-3116DDC4B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987B0-75BA-94E5-C007-43A0C6A16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8314D-983F-D6B0-EA36-7379536EE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A1F52-9FE3-4CC6-8515-1789D039462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A3AAA-B9DB-683B-46B8-7327A7D28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D87FF-F512-FCFD-9BEF-CF2D0175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FFAED-0323-48ED-80D0-5A2F29B0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28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1D579-6FD3-B1CC-7E29-D624F5788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D0DD-EDB6-782D-E34F-894B9DE62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04197-65B3-A726-4AB0-2BB1267F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A1F52-9FE3-4CC6-8515-1789D039462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F3B2B-DDD5-3025-2331-B3F152D3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237AB-D1A9-021A-56FD-8A0517708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FFAED-0323-48ED-80D0-5A2F29B0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44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7CF4-C1DB-3D4A-E5FB-C91E325C4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9C1A3-AAE1-877C-8B02-B59CBA946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646A5-57BE-25AF-3DBB-BC72F85F1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A1F52-9FE3-4CC6-8515-1789D039462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B8303-21DD-48A4-1259-DBEEB97B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D0E9C-62DE-4A68-A7D2-3308864EE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FFAED-0323-48ED-80D0-5A2F29B0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06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9F191-7B1F-1B6D-DDFD-6B8D2AFFB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83CB6-F1C5-D4BA-556B-234DCEED5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AC7F3-9A66-4FDB-CAB8-9E6C0EF1E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E8131-1326-5196-77F1-77E2DC033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A1F52-9FE3-4CC6-8515-1789D039462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5D7FD-ACF8-B71A-E2F9-D0CB819E0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B540E-6CB2-475B-7D12-A449C107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FFAED-0323-48ED-80D0-5A2F29B0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36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F1FBE-9EC7-88D4-A789-58FE85870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AB6C7-5389-F6E4-DA09-F17C2C7CC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DE37D-1374-3472-8DF1-22883545D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9C424F-D9F5-38C6-79DE-B14E41CC08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3AABC0-D23A-8491-8B54-1E270D1431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C1A7C8-BE82-CF56-BF69-8A7F10AA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A1F52-9FE3-4CC6-8515-1789D039462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20590-2462-729E-99B4-D16AF4A10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A166E3-837A-64B6-7E01-BE1021932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FFAED-0323-48ED-80D0-5A2F29B0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0ABA7-024F-B00B-7545-69D16B279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2ED37E-5CA2-917E-AB62-D2E13D7BE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A1F52-9FE3-4CC6-8515-1789D039462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A5EE1D-8168-0079-2BF6-1B8D95F60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AEC3E-BE5F-1587-306B-8C061F3D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FFAED-0323-48ED-80D0-5A2F29B0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0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26B972-FAB2-F214-ADBC-9A71A7A98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A1F52-9FE3-4CC6-8515-1789D039462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07AD05-3A8A-D042-1A08-B41F7EF91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C1B54-3EDB-EF46-AA31-E14C67A6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FFAED-0323-48ED-80D0-5A2F29B0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37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B12FA-0FCF-9546-0C98-2CE749308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14E3B-44DA-2449-DE2C-58D137E24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B0C48-EAF9-8762-4B67-FEB9F59C6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15DC1-CE12-BC21-B26D-9734410AB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A1F52-9FE3-4CC6-8515-1789D039462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830B4-0571-4B8D-B674-F20478310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00262-A55A-D9F7-3258-D91703CFA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FFAED-0323-48ED-80D0-5A2F29B0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13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6A50-22E2-7B97-B74F-2C4C245F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505D86-7D35-20E5-C1CD-48F92A2C8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D8E15-11B7-AEBC-16F2-685078031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16CB5-DAC8-A41F-0D6A-52A8A3E70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A1F52-9FE3-4CC6-8515-1789D039462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B4622-2815-3ADE-BE8A-5E5E6F217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AA9AC-1292-ADEF-984E-1D75A9B5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FFAED-0323-48ED-80D0-5A2F29B0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87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28F3C-62D5-3CDE-51ED-FAF41674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7CF870-24B4-601E-079C-7FD552B0E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E992A-3CD8-90DE-289A-E95DEE154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A1F52-9FE3-4CC6-8515-1789D039462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50116-8DAE-D98C-A714-9BD30993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B2EAA-BE31-84F1-642E-9B436FB05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FFAED-0323-48ED-80D0-5A2F29B0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02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FD1BB2-7711-103A-735E-B5788C5226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35BA1A-70DA-C8F8-2FAF-A8AC6DF63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03523-BD7B-0A2B-B29F-1A1906F33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A1F52-9FE3-4CC6-8515-1789D039462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14488-092C-C854-99DA-BBF88D80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CB8D1-D6C4-0BDE-A886-518D4234A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FFAED-0323-48ED-80D0-5A2F29B0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8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E3F1F-DCE9-12C2-01EE-FB7CCF26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1E8B7-86E6-E3F8-21D4-C0DB1F437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EB199-73C5-4BDD-6F72-B21ECC0F67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A1F52-9FE3-4CC6-8515-1789D039462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378B4-8B81-436F-FB7B-6E3805F92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D18D5-A6D9-48B8-7616-8406A9B65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6FFAED-0323-48ED-80D0-5A2F29B0C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3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64D611D5-006F-11A8-A0AC-C896B89811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32" b="1026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DBE43-48C9-9F3F-A34D-8D879075B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528" y="2299176"/>
            <a:ext cx="4131368" cy="1571164"/>
          </a:xfrm>
        </p:spPr>
        <p:txBody>
          <a:bodyPr anchor="t">
            <a:normAutofit/>
          </a:bodyPr>
          <a:lstStyle/>
          <a:p>
            <a:pPr algn="l"/>
            <a:r>
              <a:rPr lang="en-US" sz="3600"/>
              <a:t>Database Design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37780-E0E9-78EE-5651-A1255C097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0529" y="4199213"/>
            <a:ext cx="4191938" cy="598548"/>
          </a:xfrm>
        </p:spPr>
        <p:txBody>
          <a:bodyPr anchor="ctr">
            <a:noAutofit/>
          </a:bodyPr>
          <a:lstStyle/>
          <a:p>
            <a:pPr algn="l"/>
            <a:r>
              <a:rPr lang="en-US" sz="1100" dirty="0"/>
              <a:t>Hunter Bartlett</a:t>
            </a:r>
          </a:p>
          <a:p>
            <a:pPr algn="l"/>
            <a:r>
              <a:rPr lang="en-US" sz="1100" dirty="0"/>
              <a:t>ISIN 325</a:t>
            </a:r>
          </a:p>
          <a:p>
            <a:pPr algn="l"/>
            <a:r>
              <a:rPr lang="en-US" sz="1100" dirty="0"/>
              <a:t>Dr. Gogolin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5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A02A62-5664-3FDB-518D-5A67E8C15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12F7A-BB2F-F279-26E9-CD0A312A2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Assignment Details</a:t>
            </a:r>
          </a:p>
          <a:p>
            <a:r>
              <a:rPr lang="en-US" sz="2000"/>
              <a:t>Database Design</a:t>
            </a:r>
          </a:p>
          <a:p>
            <a:r>
              <a:rPr lang="en-US" sz="2000"/>
              <a:t>Database Standards</a:t>
            </a:r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AE9C7B25-F395-6310-EACC-463316BE6B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90" r="11668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57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759571-6DB2-D37C-3404-A38145D6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Assignment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ED09E-903E-C557-0BE5-A3D852341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In this assignment we were tasked to create a database with different tables including animal, class, location, habitat, diet, and an animal diet bridge table to connect the animals to their diets. </a:t>
            </a:r>
          </a:p>
        </p:txBody>
      </p:sp>
      <p:pic>
        <p:nvPicPr>
          <p:cNvPr id="5" name="Picture 4" descr="A white mouse in a labyrinth and a slice of cheese at the end of the labyrinth">
            <a:extLst>
              <a:ext uri="{FF2B5EF4-FFF2-40B4-BE49-F238E27FC236}">
                <a16:creationId xmlns:a16="http://schemas.microsoft.com/office/drawing/2014/main" id="{2451A009-5536-AA57-86E4-1F5688FF00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30" r="7905" b="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7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083D8D-613C-8B73-8470-317293C0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Database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3CAA44-9D41-7C16-4A79-47B93D763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190205"/>
            <a:ext cx="6780700" cy="447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232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94FE95-E795-0491-BBDB-110FC509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Database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F0AD0-35A4-7E50-F3B4-9FC1A9AD8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Database uses standard naming conventions with use of Camel Case. </a:t>
            </a:r>
          </a:p>
          <a:p>
            <a:r>
              <a:rPr lang="en-US" sz="2000"/>
              <a:t>Tables use standard naming conventions with ID, name, and description. For example, HabitatID, HName, HDesc.</a:t>
            </a:r>
          </a:p>
          <a:p>
            <a:r>
              <a:rPr lang="en-US" sz="2000"/>
              <a:t>Database uses SSMS for entire database.</a:t>
            </a:r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BA5147E8-42C6-1EE5-AD21-797F741EC4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90" r="11668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35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4b0362e-85c0-4e95-a4ce-5651d96cb739}" enabled="0" method="" siteId="{64b0362e-85c0-4e95-a4ce-5651d96cb73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103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Database Design 2</vt:lpstr>
      <vt:lpstr>Table of Contents</vt:lpstr>
      <vt:lpstr>Assignment Details</vt:lpstr>
      <vt:lpstr>Database Design</vt:lpstr>
      <vt:lpstr>Database Standards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Hunter Bartlett</dc:creator>
  <cp:lastModifiedBy>Hunter Bartlett</cp:lastModifiedBy>
  <cp:revision>1</cp:revision>
  <dcterms:created xsi:type="dcterms:W3CDTF">2025-11-06T23:00:18Z</dcterms:created>
  <dcterms:modified xsi:type="dcterms:W3CDTF">2025-11-06T23:09:24Z</dcterms:modified>
</cp:coreProperties>
</file>