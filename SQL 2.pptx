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58" r:id="rId7"/>
    <p:sldId id="259" r:id="rId8"/>
    <p:sldId id="260" r:id="rId9"/>
    <p:sldId id="261" r:id="rId10"/>
    <p:sldId id="264" r:id="rId11"/>
    <p:sldId id="265" r:id="rId12"/>
    <p:sldId id="266" r:id="rId13"/>
    <p:sldId id="267" r:id="rId14"/>
    <p:sldId id="268" r:id="rId15"/>
    <p:sldId id="269" r:id="rId16"/>
    <p:sldId id="27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8425EF8-8DC4-4A6A-93E0-ADC5CEB11FA0}" v="12" dt="2025-10-14T13:21:50.7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94660"/>
  </p:normalViewPr>
  <p:slideViewPr>
    <p:cSldViewPr snapToGrid="0">
      <p:cViewPr varScale="1">
        <p:scale>
          <a:sx n="71" d="100"/>
          <a:sy n="71" d="100"/>
        </p:scale>
        <p:origin x="41" y="3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E957C-7620-41EB-FAE1-041F3C8E7B7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A12BE34-C398-C127-C949-6A6CD1133FC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927E618-126A-4582-5FE9-467D56D05D20}"/>
              </a:ext>
            </a:extLst>
          </p:cNvPr>
          <p:cNvSpPr>
            <a:spLocks noGrp="1"/>
          </p:cNvSpPr>
          <p:nvPr>
            <p:ph type="dt" sz="half" idx="10"/>
          </p:nvPr>
        </p:nvSpPr>
        <p:spPr/>
        <p:txBody>
          <a:bodyPr/>
          <a:lstStyle/>
          <a:p>
            <a:fld id="{484DB831-B789-42A2-8851-ECC8ABBB9BC0}" type="datetimeFigureOut">
              <a:rPr lang="en-US" smtClean="0"/>
              <a:t>10/14/2025</a:t>
            </a:fld>
            <a:endParaRPr lang="en-US"/>
          </a:p>
        </p:txBody>
      </p:sp>
      <p:sp>
        <p:nvSpPr>
          <p:cNvPr id="5" name="Footer Placeholder 4">
            <a:extLst>
              <a:ext uri="{FF2B5EF4-FFF2-40B4-BE49-F238E27FC236}">
                <a16:creationId xmlns:a16="http://schemas.microsoft.com/office/drawing/2014/main" id="{64EC2CA4-8E03-1EA3-682C-89E43831E9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8DD798-328E-DD1E-7AC5-A006451ABD17}"/>
              </a:ext>
            </a:extLst>
          </p:cNvPr>
          <p:cNvSpPr>
            <a:spLocks noGrp="1"/>
          </p:cNvSpPr>
          <p:nvPr>
            <p:ph type="sldNum" sz="quarter" idx="12"/>
          </p:nvPr>
        </p:nvSpPr>
        <p:spPr/>
        <p:txBody>
          <a:bodyPr/>
          <a:lstStyle/>
          <a:p>
            <a:fld id="{FD9CA774-2FD7-40A4-B692-B35805E096BA}" type="slidenum">
              <a:rPr lang="en-US" smtClean="0"/>
              <a:t>‹#›</a:t>
            </a:fld>
            <a:endParaRPr lang="en-US"/>
          </a:p>
        </p:txBody>
      </p:sp>
    </p:spTree>
    <p:extLst>
      <p:ext uri="{BB962C8B-B14F-4D97-AF65-F5344CB8AC3E}">
        <p14:creationId xmlns:p14="http://schemas.microsoft.com/office/powerpoint/2010/main" val="25111825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5FE95-AD98-99E1-622E-6FC93264DF4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9A42CD4-8C5D-82AF-8ABE-319B5BB99C6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723F32-FC6C-4B5C-5087-6A9BD9E7F093}"/>
              </a:ext>
            </a:extLst>
          </p:cNvPr>
          <p:cNvSpPr>
            <a:spLocks noGrp="1"/>
          </p:cNvSpPr>
          <p:nvPr>
            <p:ph type="dt" sz="half" idx="10"/>
          </p:nvPr>
        </p:nvSpPr>
        <p:spPr/>
        <p:txBody>
          <a:bodyPr/>
          <a:lstStyle/>
          <a:p>
            <a:fld id="{484DB831-B789-42A2-8851-ECC8ABBB9BC0}" type="datetimeFigureOut">
              <a:rPr lang="en-US" smtClean="0"/>
              <a:t>10/14/2025</a:t>
            </a:fld>
            <a:endParaRPr lang="en-US"/>
          </a:p>
        </p:txBody>
      </p:sp>
      <p:sp>
        <p:nvSpPr>
          <p:cNvPr id="5" name="Footer Placeholder 4">
            <a:extLst>
              <a:ext uri="{FF2B5EF4-FFF2-40B4-BE49-F238E27FC236}">
                <a16:creationId xmlns:a16="http://schemas.microsoft.com/office/drawing/2014/main" id="{041FFC1D-9F6C-4CD2-13C0-D5977F2730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F29D80-A327-EE5E-5E08-E98190C31E52}"/>
              </a:ext>
            </a:extLst>
          </p:cNvPr>
          <p:cNvSpPr>
            <a:spLocks noGrp="1"/>
          </p:cNvSpPr>
          <p:nvPr>
            <p:ph type="sldNum" sz="quarter" idx="12"/>
          </p:nvPr>
        </p:nvSpPr>
        <p:spPr/>
        <p:txBody>
          <a:bodyPr/>
          <a:lstStyle/>
          <a:p>
            <a:fld id="{FD9CA774-2FD7-40A4-B692-B35805E096BA}" type="slidenum">
              <a:rPr lang="en-US" smtClean="0"/>
              <a:t>‹#›</a:t>
            </a:fld>
            <a:endParaRPr lang="en-US"/>
          </a:p>
        </p:txBody>
      </p:sp>
    </p:spTree>
    <p:extLst>
      <p:ext uri="{BB962C8B-B14F-4D97-AF65-F5344CB8AC3E}">
        <p14:creationId xmlns:p14="http://schemas.microsoft.com/office/powerpoint/2010/main" val="28930766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35D27-5ACD-AEF6-140A-E12FD3E752A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27165B9-3E53-196A-9094-8B6806F041B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B6F61AD-6A8E-9603-B1D0-EA4863417E80}"/>
              </a:ext>
            </a:extLst>
          </p:cNvPr>
          <p:cNvSpPr>
            <a:spLocks noGrp="1"/>
          </p:cNvSpPr>
          <p:nvPr>
            <p:ph type="dt" sz="half" idx="10"/>
          </p:nvPr>
        </p:nvSpPr>
        <p:spPr/>
        <p:txBody>
          <a:bodyPr/>
          <a:lstStyle/>
          <a:p>
            <a:fld id="{484DB831-B789-42A2-8851-ECC8ABBB9BC0}" type="datetimeFigureOut">
              <a:rPr lang="en-US" smtClean="0"/>
              <a:t>10/14/2025</a:t>
            </a:fld>
            <a:endParaRPr lang="en-US"/>
          </a:p>
        </p:txBody>
      </p:sp>
      <p:sp>
        <p:nvSpPr>
          <p:cNvPr id="5" name="Footer Placeholder 4">
            <a:extLst>
              <a:ext uri="{FF2B5EF4-FFF2-40B4-BE49-F238E27FC236}">
                <a16:creationId xmlns:a16="http://schemas.microsoft.com/office/drawing/2014/main" id="{73B5B183-3E0B-5A22-5B27-AC53369F33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643378-CB5C-86B7-126B-DFE0249E8508}"/>
              </a:ext>
            </a:extLst>
          </p:cNvPr>
          <p:cNvSpPr>
            <a:spLocks noGrp="1"/>
          </p:cNvSpPr>
          <p:nvPr>
            <p:ph type="sldNum" sz="quarter" idx="12"/>
          </p:nvPr>
        </p:nvSpPr>
        <p:spPr/>
        <p:txBody>
          <a:bodyPr/>
          <a:lstStyle/>
          <a:p>
            <a:fld id="{FD9CA774-2FD7-40A4-B692-B35805E096BA}" type="slidenum">
              <a:rPr lang="en-US" smtClean="0"/>
              <a:t>‹#›</a:t>
            </a:fld>
            <a:endParaRPr lang="en-US"/>
          </a:p>
        </p:txBody>
      </p:sp>
    </p:spTree>
    <p:extLst>
      <p:ext uri="{BB962C8B-B14F-4D97-AF65-F5344CB8AC3E}">
        <p14:creationId xmlns:p14="http://schemas.microsoft.com/office/powerpoint/2010/main" val="30263282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5FCAD-44D6-9AEA-A08B-057FD778784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AD42755-26E6-D9C6-96E5-DDB59A2CEE6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7819A30-C863-3255-3598-4CAAC7FE2E3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C99A517-0470-FEEC-EE90-A823805F62CD}"/>
              </a:ext>
            </a:extLst>
          </p:cNvPr>
          <p:cNvSpPr>
            <a:spLocks noGrp="1"/>
          </p:cNvSpPr>
          <p:nvPr>
            <p:ph type="dt" sz="half" idx="10"/>
          </p:nvPr>
        </p:nvSpPr>
        <p:spPr/>
        <p:txBody>
          <a:bodyPr/>
          <a:lstStyle/>
          <a:p>
            <a:fld id="{484DB831-B789-42A2-8851-ECC8ABBB9BC0}" type="datetimeFigureOut">
              <a:rPr lang="en-US" smtClean="0"/>
              <a:t>10/14/2025</a:t>
            </a:fld>
            <a:endParaRPr lang="en-US"/>
          </a:p>
        </p:txBody>
      </p:sp>
      <p:sp>
        <p:nvSpPr>
          <p:cNvPr id="6" name="Footer Placeholder 5">
            <a:extLst>
              <a:ext uri="{FF2B5EF4-FFF2-40B4-BE49-F238E27FC236}">
                <a16:creationId xmlns:a16="http://schemas.microsoft.com/office/drawing/2014/main" id="{BDB7E5D6-3821-453B-0F8E-8A1B32A211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4E51C7-0F57-C748-0DB2-391C95FCF141}"/>
              </a:ext>
            </a:extLst>
          </p:cNvPr>
          <p:cNvSpPr>
            <a:spLocks noGrp="1"/>
          </p:cNvSpPr>
          <p:nvPr>
            <p:ph type="sldNum" sz="quarter" idx="12"/>
          </p:nvPr>
        </p:nvSpPr>
        <p:spPr/>
        <p:txBody>
          <a:bodyPr/>
          <a:lstStyle/>
          <a:p>
            <a:fld id="{FD9CA774-2FD7-40A4-B692-B35805E096BA}" type="slidenum">
              <a:rPr lang="en-US" smtClean="0"/>
              <a:t>‹#›</a:t>
            </a:fld>
            <a:endParaRPr lang="en-US"/>
          </a:p>
        </p:txBody>
      </p:sp>
    </p:spTree>
    <p:extLst>
      <p:ext uri="{BB962C8B-B14F-4D97-AF65-F5344CB8AC3E}">
        <p14:creationId xmlns:p14="http://schemas.microsoft.com/office/powerpoint/2010/main" val="33988545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F6401-15CE-2F62-1967-755F4E0A990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4A8499C-A2C8-DBD7-1E66-B86C103FFB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11D01F8-FB70-E272-0AEA-8993F2B8CE8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00E577D-2EBD-D727-1A5D-4D8D27C3A75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17B03DD-683F-9AB2-77C1-11AD8FF606E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566C35C-315C-0A02-385F-08C92E91170E}"/>
              </a:ext>
            </a:extLst>
          </p:cNvPr>
          <p:cNvSpPr>
            <a:spLocks noGrp="1"/>
          </p:cNvSpPr>
          <p:nvPr>
            <p:ph type="dt" sz="half" idx="10"/>
          </p:nvPr>
        </p:nvSpPr>
        <p:spPr/>
        <p:txBody>
          <a:bodyPr/>
          <a:lstStyle/>
          <a:p>
            <a:fld id="{484DB831-B789-42A2-8851-ECC8ABBB9BC0}" type="datetimeFigureOut">
              <a:rPr lang="en-US" smtClean="0"/>
              <a:t>10/14/2025</a:t>
            </a:fld>
            <a:endParaRPr lang="en-US"/>
          </a:p>
        </p:txBody>
      </p:sp>
      <p:sp>
        <p:nvSpPr>
          <p:cNvPr id="8" name="Footer Placeholder 7">
            <a:extLst>
              <a:ext uri="{FF2B5EF4-FFF2-40B4-BE49-F238E27FC236}">
                <a16:creationId xmlns:a16="http://schemas.microsoft.com/office/drawing/2014/main" id="{843A00FD-DE9B-A84E-8322-FF1C55E89C9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CEF5EEA-0462-1842-F8AC-3D0392A4DF8A}"/>
              </a:ext>
            </a:extLst>
          </p:cNvPr>
          <p:cNvSpPr>
            <a:spLocks noGrp="1"/>
          </p:cNvSpPr>
          <p:nvPr>
            <p:ph type="sldNum" sz="quarter" idx="12"/>
          </p:nvPr>
        </p:nvSpPr>
        <p:spPr/>
        <p:txBody>
          <a:bodyPr/>
          <a:lstStyle/>
          <a:p>
            <a:fld id="{FD9CA774-2FD7-40A4-B692-B35805E096BA}" type="slidenum">
              <a:rPr lang="en-US" smtClean="0"/>
              <a:t>‹#›</a:t>
            </a:fld>
            <a:endParaRPr lang="en-US"/>
          </a:p>
        </p:txBody>
      </p:sp>
    </p:spTree>
    <p:extLst>
      <p:ext uri="{BB962C8B-B14F-4D97-AF65-F5344CB8AC3E}">
        <p14:creationId xmlns:p14="http://schemas.microsoft.com/office/powerpoint/2010/main" val="39421395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54A43-E764-16A9-F066-1E777E0A215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4AD895D-DA67-A0AF-826A-995220205443}"/>
              </a:ext>
            </a:extLst>
          </p:cNvPr>
          <p:cNvSpPr>
            <a:spLocks noGrp="1"/>
          </p:cNvSpPr>
          <p:nvPr>
            <p:ph type="dt" sz="half" idx="10"/>
          </p:nvPr>
        </p:nvSpPr>
        <p:spPr/>
        <p:txBody>
          <a:bodyPr/>
          <a:lstStyle/>
          <a:p>
            <a:fld id="{484DB831-B789-42A2-8851-ECC8ABBB9BC0}" type="datetimeFigureOut">
              <a:rPr lang="en-US" smtClean="0"/>
              <a:t>10/14/2025</a:t>
            </a:fld>
            <a:endParaRPr lang="en-US"/>
          </a:p>
        </p:txBody>
      </p:sp>
      <p:sp>
        <p:nvSpPr>
          <p:cNvPr id="4" name="Footer Placeholder 3">
            <a:extLst>
              <a:ext uri="{FF2B5EF4-FFF2-40B4-BE49-F238E27FC236}">
                <a16:creationId xmlns:a16="http://schemas.microsoft.com/office/drawing/2014/main" id="{AF562DAD-F41E-BA1B-CC83-86AD248DBAB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E7B56B4-4794-F78A-520D-27F82C5EFC98}"/>
              </a:ext>
            </a:extLst>
          </p:cNvPr>
          <p:cNvSpPr>
            <a:spLocks noGrp="1"/>
          </p:cNvSpPr>
          <p:nvPr>
            <p:ph type="sldNum" sz="quarter" idx="12"/>
          </p:nvPr>
        </p:nvSpPr>
        <p:spPr/>
        <p:txBody>
          <a:bodyPr/>
          <a:lstStyle/>
          <a:p>
            <a:fld id="{FD9CA774-2FD7-40A4-B692-B35805E096BA}" type="slidenum">
              <a:rPr lang="en-US" smtClean="0"/>
              <a:t>‹#›</a:t>
            </a:fld>
            <a:endParaRPr lang="en-US"/>
          </a:p>
        </p:txBody>
      </p:sp>
    </p:spTree>
    <p:extLst>
      <p:ext uri="{BB962C8B-B14F-4D97-AF65-F5344CB8AC3E}">
        <p14:creationId xmlns:p14="http://schemas.microsoft.com/office/powerpoint/2010/main" val="11634686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7E42B61-1666-D350-168F-15D057821669}"/>
              </a:ext>
            </a:extLst>
          </p:cNvPr>
          <p:cNvSpPr>
            <a:spLocks noGrp="1"/>
          </p:cNvSpPr>
          <p:nvPr>
            <p:ph type="dt" sz="half" idx="10"/>
          </p:nvPr>
        </p:nvSpPr>
        <p:spPr/>
        <p:txBody>
          <a:bodyPr/>
          <a:lstStyle/>
          <a:p>
            <a:fld id="{484DB831-B789-42A2-8851-ECC8ABBB9BC0}" type="datetimeFigureOut">
              <a:rPr lang="en-US" smtClean="0"/>
              <a:t>10/14/2025</a:t>
            </a:fld>
            <a:endParaRPr lang="en-US"/>
          </a:p>
        </p:txBody>
      </p:sp>
      <p:sp>
        <p:nvSpPr>
          <p:cNvPr id="3" name="Footer Placeholder 2">
            <a:extLst>
              <a:ext uri="{FF2B5EF4-FFF2-40B4-BE49-F238E27FC236}">
                <a16:creationId xmlns:a16="http://schemas.microsoft.com/office/drawing/2014/main" id="{4C47E412-D261-E785-97E6-524BF595EB3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7920FE0-0FD1-8BDB-2731-79D77C7DE492}"/>
              </a:ext>
            </a:extLst>
          </p:cNvPr>
          <p:cNvSpPr>
            <a:spLocks noGrp="1"/>
          </p:cNvSpPr>
          <p:nvPr>
            <p:ph type="sldNum" sz="quarter" idx="12"/>
          </p:nvPr>
        </p:nvSpPr>
        <p:spPr/>
        <p:txBody>
          <a:bodyPr/>
          <a:lstStyle/>
          <a:p>
            <a:fld id="{FD9CA774-2FD7-40A4-B692-B35805E096BA}" type="slidenum">
              <a:rPr lang="en-US" smtClean="0"/>
              <a:t>‹#›</a:t>
            </a:fld>
            <a:endParaRPr lang="en-US"/>
          </a:p>
        </p:txBody>
      </p:sp>
    </p:spTree>
    <p:extLst>
      <p:ext uri="{BB962C8B-B14F-4D97-AF65-F5344CB8AC3E}">
        <p14:creationId xmlns:p14="http://schemas.microsoft.com/office/powerpoint/2010/main" val="40048514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FB715-54B9-A719-A019-388C489A64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DDC272D-EB65-9DD6-5B7D-96E82B03689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075353A-6DC7-C6AE-8AF1-1520950E6E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BD6801-FAA1-B5E8-7973-D6731F45F0C1}"/>
              </a:ext>
            </a:extLst>
          </p:cNvPr>
          <p:cNvSpPr>
            <a:spLocks noGrp="1"/>
          </p:cNvSpPr>
          <p:nvPr>
            <p:ph type="dt" sz="half" idx="10"/>
          </p:nvPr>
        </p:nvSpPr>
        <p:spPr/>
        <p:txBody>
          <a:bodyPr/>
          <a:lstStyle/>
          <a:p>
            <a:fld id="{484DB831-B789-42A2-8851-ECC8ABBB9BC0}" type="datetimeFigureOut">
              <a:rPr lang="en-US" smtClean="0"/>
              <a:t>10/14/2025</a:t>
            </a:fld>
            <a:endParaRPr lang="en-US"/>
          </a:p>
        </p:txBody>
      </p:sp>
      <p:sp>
        <p:nvSpPr>
          <p:cNvPr id="6" name="Footer Placeholder 5">
            <a:extLst>
              <a:ext uri="{FF2B5EF4-FFF2-40B4-BE49-F238E27FC236}">
                <a16:creationId xmlns:a16="http://schemas.microsoft.com/office/drawing/2014/main" id="{60DB1F51-6F43-B901-E6D1-9023B03E07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0CC4845-CFC9-FB5C-6EBF-F09DB728F2B9}"/>
              </a:ext>
            </a:extLst>
          </p:cNvPr>
          <p:cNvSpPr>
            <a:spLocks noGrp="1"/>
          </p:cNvSpPr>
          <p:nvPr>
            <p:ph type="sldNum" sz="quarter" idx="12"/>
          </p:nvPr>
        </p:nvSpPr>
        <p:spPr/>
        <p:txBody>
          <a:bodyPr/>
          <a:lstStyle/>
          <a:p>
            <a:fld id="{FD9CA774-2FD7-40A4-B692-B35805E096BA}" type="slidenum">
              <a:rPr lang="en-US" smtClean="0"/>
              <a:t>‹#›</a:t>
            </a:fld>
            <a:endParaRPr lang="en-US"/>
          </a:p>
        </p:txBody>
      </p:sp>
    </p:spTree>
    <p:extLst>
      <p:ext uri="{BB962C8B-B14F-4D97-AF65-F5344CB8AC3E}">
        <p14:creationId xmlns:p14="http://schemas.microsoft.com/office/powerpoint/2010/main" val="13500349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D108C-4C61-BACC-7BFF-81B978D2B2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30D51D6-0CEC-DC36-BA18-04C207EAC2B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0601CD0-41E5-9076-E50F-63B1DED72A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9BD9C5-148A-C38E-6B45-76A1AF82C943}"/>
              </a:ext>
            </a:extLst>
          </p:cNvPr>
          <p:cNvSpPr>
            <a:spLocks noGrp="1"/>
          </p:cNvSpPr>
          <p:nvPr>
            <p:ph type="dt" sz="half" idx="10"/>
          </p:nvPr>
        </p:nvSpPr>
        <p:spPr/>
        <p:txBody>
          <a:bodyPr/>
          <a:lstStyle/>
          <a:p>
            <a:fld id="{484DB831-B789-42A2-8851-ECC8ABBB9BC0}" type="datetimeFigureOut">
              <a:rPr lang="en-US" smtClean="0"/>
              <a:t>10/14/2025</a:t>
            </a:fld>
            <a:endParaRPr lang="en-US"/>
          </a:p>
        </p:txBody>
      </p:sp>
      <p:sp>
        <p:nvSpPr>
          <p:cNvPr id="6" name="Footer Placeholder 5">
            <a:extLst>
              <a:ext uri="{FF2B5EF4-FFF2-40B4-BE49-F238E27FC236}">
                <a16:creationId xmlns:a16="http://schemas.microsoft.com/office/drawing/2014/main" id="{E0B4F758-2856-93F5-0614-09168FEC81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74D547-627B-40F1-7361-40F2CF6483DB}"/>
              </a:ext>
            </a:extLst>
          </p:cNvPr>
          <p:cNvSpPr>
            <a:spLocks noGrp="1"/>
          </p:cNvSpPr>
          <p:nvPr>
            <p:ph type="sldNum" sz="quarter" idx="12"/>
          </p:nvPr>
        </p:nvSpPr>
        <p:spPr/>
        <p:txBody>
          <a:bodyPr/>
          <a:lstStyle/>
          <a:p>
            <a:fld id="{FD9CA774-2FD7-40A4-B692-B35805E096BA}" type="slidenum">
              <a:rPr lang="en-US" smtClean="0"/>
              <a:t>‹#›</a:t>
            </a:fld>
            <a:endParaRPr lang="en-US"/>
          </a:p>
        </p:txBody>
      </p:sp>
    </p:spTree>
    <p:extLst>
      <p:ext uri="{BB962C8B-B14F-4D97-AF65-F5344CB8AC3E}">
        <p14:creationId xmlns:p14="http://schemas.microsoft.com/office/powerpoint/2010/main" val="3181613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CB2D3-7A45-7D6C-D2FB-528A22D8C16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1D1BAA9-004E-2A3F-05CC-F3427DF4A8E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7BAA65-C780-8259-EE30-2E109D90B82E}"/>
              </a:ext>
            </a:extLst>
          </p:cNvPr>
          <p:cNvSpPr>
            <a:spLocks noGrp="1"/>
          </p:cNvSpPr>
          <p:nvPr>
            <p:ph type="dt" sz="half" idx="10"/>
          </p:nvPr>
        </p:nvSpPr>
        <p:spPr/>
        <p:txBody>
          <a:bodyPr/>
          <a:lstStyle/>
          <a:p>
            <a:fld id="{484DB831-B789-42A2-8851-ECC8ABBB9BC0}" type="datetimeFigureOut">
              <a:rPr lang="en-US" smtClean="0"/>
              <a:t>10/14/2025</a:t>
            </a:fld>
            <a:endParaRPr lang="en-US"/>
          </a:p>
        </p:txBody>
      </p:sp>
      <p:sp>
        <p:nvSpPr>
          <p:cNvPr id="5" name="Footer Placeholder 4">
            <a:extLst>
              <a:ext uri="{FF2B5EF4-FFF2-40B4-BE49-F238E27FC236}">
                <a16:creationId xmlns:a16="http://schemas.microsoft.com/office/drawing/2014/main" id="{423EA116-33ED-1D38-A899-B23FFFBF0D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782E5C-CC5E-96AF-7E6A-DF18B5B5F3B7}"/>
              </a:ext>
            </a:extLst>
          </p:cNvPr>
          <p:cNvSpPr>
            <a:spLocks noGrp="1"/>
          </p:cNvSpPr>
          <p:nvPr>
            <p:ph type="sldNum" sz="quarter" idx="12"/>
          </p:nvPr>
        </p:nvSpPr>
        <p:spPr/>
        <p:txBody>
          <a:bodyPr/>
          <a:lstStyle/>
          <a:p>
            <a:fld id="{FD9CA774-2FD7-40A4-B692-B35805E096BA}" type="slidenum">
              <a:rPr lang="en-US" smtClean="0"/>
              <a:t>‹#›</a:t>
            </a:fld>
            <a:endParaRPr lang="en-US"/>
          </a:p>
        </p:txBody>
      </p:sp>
    </p:spTree>
    <p:extLst>
      <p:ext uri="{BB962C8B-B14F-4D97-AF65-F5344CB8AC3E}">
        <p14:creationId xmlns:p14="http://schemas.microsoft.com/office/powerpoint/2010/main" val="1539931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94B9936-BFDA-7FA6-7A4D-46065B5EA58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DDD79C3-540A-AA89-73AA-0FE1E186A44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D9A2F1-D279-9DF9-2267-5636948F8DA0}"/>
              </a:ext>
            </a:extLst>
          </p:cNvPr>
          <p:cNvSpPr>
            <a:spLocks noGrp="1"/>
          </p:cNvSpPr>
          <p:nvPr>
            <p:ph type="dt" sz="half" idx="10"/>
          </p:nvPr>
        </p:nvSpPr>
        <p:spPr/>
        <p:txBody>
          <a:bodyPr/>
          <a:lstStyle/>
          <a:p>
            <a:fld id="{484DB831-B789-42A2-8851-ECC8ABBB9BC0}" type="datetimeFigureOut">
              <a:rPr lang="en-US" smtClean="0"/>
              <a:t>10/14/2025</a:t>
            </a:fld>
            <a:endParaRPr lang="en-US"/>
          </a:p>
        </p:txBody>
      </p:sp>
      <p:sp>
        <p:nvSpPr>
          <p:cNvPr id="5" name="Footer Placeholder 4">
            <a:extLst>
              <a:ext uri="{FF2B5EF4-FFF2-40B4-BE49-F238E27FC236}">
                <a16:creationId xmlns:a16="http://schemas.microsoft.com/office/drawing/2014/main" id="{1777FDAC-4FFC-2672-0D2B-0C59112486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A94FFA-258F-D7BA-1100-6842656B0AEC}"/>
              </a:ext>
            </a:extLst>
          </p:cNvPr>
          <p:cNvSpPr>
            <a:spLocks noGrp="1"/>
          </p:cNvSpPr>
          <p:nvPr>
            <p:ph type="sldNum" sz="quarter" idx="12"/>
          </p:nvPr>
        </p:nvSpPr>
        <p:spPr/>
        <p:txBody>
          <a:bodyPr/>
          <a:lstStyle/>
          <a:p>
            <a:fld id="{FD9CA774-2FD7-40A4-B692-B35805E096BA}" type="slidenum">
              <a:rPr lang="en-US" smtClean="0"/>
              <a:t>‹#›</a:t>
            </a:fld>
            <a:endParaRPr lang="en-US"/>
          </a:p>
        </p:txBody>
      </p:sp>
    </p:spTree>
    <p:extLst>
      <p:ext uri="{BB962C8B-B14F-4D97-AF65-F5344CB8AC3E}">
        <p14:creationId xmlns:p14="http://schemas.microsoft.com/office/powerpoint/2010/main" val="24149254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595668-3956-5DDE-254E-515190E8418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1E5734E-109B-F052-16A1-4FE5F4A1A96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DAFC0F-152D-7343-1C4A-C44AFB9D99E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84DB831-B789-42A2-8851-ECC8ABBB9BC0}" type="datetimeFigureOut">
              <a:rPr lang="en-US" smtClean="0"/>
              <a:t>10/14/2025</a:t>
            </a:fld>
            <a:endParaRPr lang="en-US"/>
          </a:p>
        </p:txBody>
      </p:sp>
      <p:sp>
        <p:nvSpPr>
          <p:cNvPr id="5" name="Footer Placeholder 4">
            <a:extLst>
              <a:ext uri="{FF2B5EF4-FFF2-40B4-BE49-F238E27FC236}">
                <a16:creationId xmlns:a16="http://schemas.microsoft.com/office/drawing/2014/main" id="{134DB1AA-FCEF-8824-D578-0EB0D7EFA4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66BAECE-A98B-D217-AA5E-62F20FC663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D9CA774-2FD7-40A4-B692-B35805E096BA}" type="slidenum">
              <a:rPr lang="en-US" smtClean="0"/>
              <a:t>‹#›</a:t>
            </a:fld>
            <a:endParaRPr lang="en-US"/>
          </a:p>
        </p:txBody>
      </p:sp>
    </p:spTree>
    <p:extLst>
      <p:ext uri="{BB962C8B-B14F-4D97-AF65-F5344CB8AC3E}">
        <p14:creationId xmlns:p14="http://schemas.microsoft.com/office/powerpoint/2010/main" val="10959704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A76E1-3B11-EA0B-5438-2A6055C268C3}"/>
              </a:ext>
            </a:extLst>
          </p:cNvPr>
          <p:cNvSpPr>
            <a:spLocks noGrp="1"/>
          </p:cNvSpPr>
          <p:nvPr>
            <p:ph type="ctrTitle"/>
          </p:nvPr>
        </p:nvSpPr>
        <p:spPr/>
        <p:txBody>
          <a:bodyPr/>
          <a:lstStyle/>
          <a:p>
            <a:r>
              <a:rPr lang="en-US" dirty="0"/>
              <a:t>SQL 2</a:t>
            </a:r>
          </a:p>
        </p:txBody>
      </p:sp>
      <p:sp>
        <p:nvSpPr>
          <p:cNvPr id="3" name="Subtitle 2">
            <a:extLst>
              <a:ext uri="{FF2B5EF4-FFF2-40B4-BE49-F238E27FC236}">
                <a16:creationId xmlns:a16="http://schemas.microsoft.com/office/drawing/2014/main" id="{E2EFE331-C1C2-2EFC-4C36-3EB72634FE58}"/>
              </a:ext>
            </a:extLst>
          </p:cNvPr>
          <p:cNvSpPr>
            <a:spLocks noGrp="1"/>
          </p:cNvSpPr>
          <p:nvPr>
            <p:ph type="subTitle" idx="1"/>
          </p:nvPr>
        </p:nvSpPr>
        <p:spPr/>
        <p:txBody>
          <a:bodyPr/>
          <a:lstStyle/>
          <a:p>
            <a:r>
              <a:rPr lang="en-US" dirty="0"/>
              <a:t>Hunter Bartlett</a:t>
            </a:r>
          </a:p>
        </p:txBody>
      </p:sp>
    </p:spTree>
    <p:extLst>
      <p:ext uri="{BB962C8B-B14F-4D97-AF65-F5344CB8AC3E}">
        <p14:creationId xmlns:p14="http://schemas.microsoft.com/office/powerpoint/2010/main" val="12923900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8F5CB-81EE-B89E-6D08-D36BA49AB4AE}"/>
              </a:ext>
            </a:extLst>
          </p:cNvPr>
          <p:cNvSpPr>
            <a:spLocks noGrp="1"/>
          </p:cNvSpPr>
          <p:nvPr>
            <p:ph type="title"/>
          </p:nvPr>
        </p:nvSpPr>
        <p:spPr/>
        <p:txBody>
          <a:bodyPr>
            <a:normAutofit/>
          </a:bodyPr>
          <a:lstStyle/>
          <a:p>
            <a:r>
              <a:rPr lang="en-US" dirty="0"/>
              <a:t>1. Display the count of the number of rows in a table.</a:t>
            </a:r>
          </a:p>
        </p:txBody>
      </p:sp>
      <p:pic>
        <p:nvPicPr>
          <p:cNvPr id="5" name="Content Placeholder 4">
            <a:extLst>
              <a:ext uri="{FF2B5EF4-FFF2-40B4-BE49-F238E27FC236}">
                <a16:creationId xmlns:a16="http://schemas.microsoft.com/office/drawing/2014/main" id="{0936FCC4-F8AC-8860-7B9E-2EB722E9586C}"/>
              </a:ext>
            </a:extLst>
          </p:cNvPr>
          <p:cNvPicPr>
            <a:picLocks noGrp="1" noChangeAspect="1"/>
          </p:cNvPicPr>
          <p:nvPr>
            <p:ph idx="1"/>
          </p:nvPr>
        </p:nvPicPr>
        <p:blipFill>
          <a:blip r:embed="rId2"/>
          <a:stretch>
            <a:fillRect/>
          </a:stretch>
        </p:blipFill>
        <p:spPr>
          <a:xfrm>
            <a:off x="838200" y="3412937"/>
            <a:ext cx="10515600" cy="1176713"/>
          </a:xfrm>
          <a:prstGeom prst="rect">
            <a:avLst/>
          </a:prstGeom>
        </p:spPr>
      </p:pic>
    </p:spTree>
    <p:extLst>
      <p:ext uri="{BB962C8B-B14F-4D97-AF65-F5344CB8AC3E}">
        <p14:creationId xmlns:p14="http://schemas.microsoft.com/office/powerpoint/2010/main" val="12900047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2A71C-A9FE-8D7A-5FE9-BEBD82597F34}"/>
              </a:ext>
            </a:extLst>
          </p:cNvPr>
          <p:cNvSpPr>
            <a:spLocks noGrp="1"/>
          </p:cNvSpPr>
          <p:nvPr>
            <p:ph type="title"/>
          </p:nvPr>
        </p:nvSpPr>
        <p:spPr/>
        <p:txBody>
          <a:bodyPr>
            <a:normAutofit/>
          </a:bodyPr>
          <a:lstStyle/>
          <a:p>
            <a:r>
              <a:rPr lang="en-US" dirty="0"/>
              <a:t>2. Delete a specified record in a table and prove that it is deleted.</a:t>
            </a:r>
          </a:p>
        </p:txBody>
      </p:sp>
      <p:pic>
        <p:nvPicPr>
          <p:cNvPr id="5" name="Picture 4">
            <a:extLst>
              <a:ext uri="{FF2B5EF4-FFF2-40B4-BE49-F238E27FC236}">
                <a16:creationId xmlns:a16="http://schemas.microsoft.com/office/drawing/2014/main" id="{E3005354-718B-B324-E495-86A2FD2026F1}"/>
              </a:ext>
            </a:extLst>
          </p:cNvPr>
          <p:cNvPicPr>
            <a:picLocks noChangeAspect="1"/>
          </p:cNvPicPr>
          <p:nvPr/>
        </p:nvPicPr>
        <p:blipFill>
          <a:blip r:embed="rId2"/>
          <a:stretch>
            <a:fillRect/>
          </a:stretch>
        </p:blipFill>
        <p:spPr>
          <a:xfrm>
            <a:off x="2720147" y="1960259"/>
            <a:ext cx="6574971" cy="3540058"/>
          </a:xfrm>
          <a:prstGeom prst="rect">
            <a:avLst/>
          </a:prstGeom>
        </p:spPr>
      </p:pic>
    </p:spTree>
    <p:extLst>
      <p:ext uri="{BB962C8B-B14F-4D97-AF65-F5344CB8AC3E}">
        <p14:creationId xmlns:p14="http://schemas.microsoft.com/office/powerpoint/2010/main" val="34925788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EC6DA-32E9-D8CB-0B56-9059DFAC8734}"/>
              </a:ext>
            </a:extLst>
          </p:cNvPr>
          <p:cNvSpPr>
            <a:spLocks noGrp="1"/>
          </p:cNvSpPr>
          <p:nvPr>
            <p:ph type="title"/>
          </p:nvPr>
        </p:nvSpPr>
        <p:spPr/>
        <p:txBody>
          <a:bodyPr/>
          <a:lstStyle/>
          <a:p>
            <a:r>
              <a:rPr lang="en-US" dirty="0"/>
              <a:t>3. Two table join that creates a view.</a:t>
            </a:r>
          </a:p>
        </p:txBody>
      </p:sp>
      <p:pic>
        <p:nvPicPr>
          <p:cNvPr id="5" name="Picture 4">
            <a:extLst>
              <a:ext uri="{FF2B5EF4-FFF2-40B4-BE49-F238E27FC236}">
                <a16:creationId xmlns:a16="http://schemas.microsoft.com/office/drawing/2014/main" id="{F85C0AAE-12DB-309A-4FB4-58E323D9C1AF}"/>
              </a:ext>
            </a:extLst>
          </p:cNvPr>
          <p:cNvPicPr>
            <a:picLocks noChangeAspect="1"/>
          </p:cNvPicPr>
          <p:nvPr/>
        </p:nvPicPr>
        <p:blipFill>
          <a:blip r:embed="rId2"/>
          <a:stretch>
            <a:fillRect/>
          </a:stretch>
        </p:blipFill>
        <p:spPr>
          <a:xfrm>
            <a:off x="2644094" y="1397081"/>
            <a:ext cx="7345150" cy="5095794"/>
          </a:xfrm>
          <a:prstGeom prst="rect">
            <a:avLst/>
          </a:prstGeom>
        </p:spPr>
      </p:pic>
    </p:spTree>
    <p:extLst>
      <p:ext uri="{BB962C8B-B14F-4D97-AF65-F5344CB8AC3E}">
        <p14:creationId xmlns:p14="http://schemas.microsoft.com/office/powerpoint/2010/main" val="14198621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DA71B-13E2-61DD-0D16-C52788147032}"/>
              </a:ext>
            </a:extLst>
          </p:cNvPr>
          <p:cNvSpPr>
            <a:spLocks noGrp="1"/>
          </p:cNvSpPr>
          <p:nvPr>
            <p:ph type="title"/>
          </p:nvPr>
        </p:nvSpPr>
        <p:spPr/>
        <p:txBody>
          <a:bodyPr>
            <a:normAutofit/>
          </a:bodyPr>
          <a:lstStyle/>
          <a:p>
            <a:r>
              <a:rPr lang="en-US" dirty="0"/>
              <a:t>4. Three table join qualified with a key value from </a:t>
            </a:r>
            <a:r>
              <a:rPr lang="en-US" b="1" dirty="0"/>
              <a:t>one view</a:t>
            </a:r>
            <a:r>
              <a:rPr lang="en-US" dirty="0"/>
              <a:t> and one other table.</a:t>
            </a:r>
          </a:p>
        </p:txBody>
      </p:sp>
      <p:pic>
        <p:nvPicPr>
          <p:cNvPr id="5" name="Picture 4">
            <a:extLst>
              <a:ext uri="{FF2B5EF4-FFF2-40B4-BE49-F238E27FC236}">
                <a16:creationId xmlns:a16="http://schemas.microsoft.com/office/drawing/2014/main" id="{87D972AE-72C6-A168-35C9-0E2EB99E7B06}"/>
              </a:ext>
            </a:extLst>
          </p:cNvPr>
          <p:cNvPicPr>
            <a:picLocks noChangeAspect="1"/>
          </p:cNvPicPr>
          <p:nvPr/>
        </p:nvPicPr>
        <p:blipFill>
          <a:blip r:embed="rId2"/>
          <a:stretch>
            <a:fillRect/>
          </a:stretch>
        </p:blipFill>
        <p:spPr>
          <a:xfrm>
            <a:off x="1861546" y="2283146"/>
            <a:ext cx="8468907" cy="3029373"/>
          </a:xfrm>
          <a:prstGeom prst="rect">
            <a:avLst/>
          </a:prstGeom>
        </p:spPr>
      </p:pic>
    </p:spTree>
    <p:extLst>
      <p:ext uri="{BB962C8B-B14F-4D97-AF65-F5344CB8AC3E}">
        <p14:creationId xmlns:p14="http://schemas.microsoft.com/office/powerpoint/2010/main" val="18267969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18A70-31D1-69B1-1F82-7983C1632AE8}"/>
              </a:ext>
            </a:extLst>
          </p:cNvPr>
          <p:cNvSpPr>
            <a:spLocks noGrp="1"/>
          </p:cNvSpPr>
          <p:nvPr>
            <p:ph type="title"/>
          </p:nvPr>
        </p:nvSpPr>
        <p:spPr>
          <a:xfrm>
            <a:off x="838200" y="603384"/>
            <a:ext cx="10515600" cy="1325563"/>
          </a:xfrm>
        </p:spPr>
        <p:txBody>
          <a:bodyPr>
            <a:normAutofit fontScale="90000"/>
          </a:bodyPr>
          <a:lstStyle/>
          <a:p>
            <a:r>
              <a:rPr lang="en-US" dirty="0"/>
              <a:t>5. Use five SQL functions (such as SUM). This should be five queries with at least one function for each query and not the same functions as you used in previous assignments.</a:t>
            </a:r>
          </a:p>
        </p:txBody>
      </p:sp>
      <p:pic>
        <p:nvPicPr>
          <p:cNvPr id="5" name="Picture 4">
            <a:extLst>
              <a:ext uri="{FF2B5EF4-FFF2-40B4-BE49-F238E27FC236}">
                <a16:creationId xmlns:a16="http://schemas.microsoft.com/office/drawing/2014/main" id="{7FD15FC7-45E8-5B5F-0E21-E4058E7E78AB}"/>
              </a:ext>
            </a:extLst>
          </p:cNvPr>
          <p:cNvPicPr>
            <a:picLocks noChangeAspect="1"/>
          </p:cNvPicPr>
          <p:nvPr/>
        </p:nvPicPr>
        <p:blipFill>
          <a:blip r:embed="rId2"/>
          <a:stretch>
            <a:fillRect/>
          </a:stretch>
        </p:blipFill>
        <p:spPr>
          <a:xfrm>
            <a:off x="475465" y="2404919"/>
            <a:ext cx="6340273" cy="1155219"/>
          </a:xfrm>
          <a:prstGeom prst="rect">
            <a:avLst/>
          </a:prstGeom>
        </p:spPr>
      </p:pic>
      <p:pic>
        <p:nvPicPr>
          <p:cNvPr id="7" name="Picture 6">
            <a:extLst>
              <a:ext uri="{FF2B5EF4-FFF2-40B4-BE49-F238E27FC236}">
                <a16:creationId xmlns:a16="http://schemas.microsoft.com/office/drawing/2014/main" id="{B7BA146C-153A-4A12-0543-CA47DA24F4B9}"/>
              </a:ext>
            </a:extLst>
          </p:cNvPr>
          <p:cNvPicPr>
            <a:picLocks noChangeAspect="1"/>
          </p:cNvPicPr>
          <p:nvPr/>
        </p:nvPicPr>
        <p:blipFill>
          <a:blip r:embed="rId3"/>
          <a:stretch>
            <a:fillRect/>
          </a:stretch>
        </p:blipFill>
        <p:spPr>
          <a:xfrm>
            <a:off x="1343761" y="3560138"/>
            <a:ext cx="5471977" cy="1093378"/>
          </a:xfrm>
          <a:prstGeom prst="rect">
            <a:avLst/>
          </a:prstGeom>
        </p:spPr>
      </p:pic>
      <p:pic>
        <p:nvPicPr>
          <p:cNvPr id="9" name="Picture 8">
            <a:extLst>
              <a:ext uri="{FF2B5EF4-FFF2-40B4-BE49-F238E27FC236}">
                <a16:creationId xmlns:a16="http://schemas.microsoft.com/office/drawing/2014/main" id="{A5D5131C-4CBD-5DA0-CDE7-A90844CA3053}"/>
              </a:ext>
            </a:extLst>
          </p:cNvPr>
          <p:cNvPicPr>
            <a:picLocks noChangeAspect="1"/>
          </p:cNvPicPr>
          <p:nvPr/>
        </p:nvPicPr>
        <p:blipFill>
          <a:blip r:embed="rId4"/>
          <a:stretch>
            <a:fillRect/>
          </a:stretch>
        </p:blipFill>
        <p:spPr>
          <a:xfrm>
            <a:off x="2125497" y="4653517"/>
            <a:ext cx="4690241" cy="1266539"/>
          </a:xfrm>
          <a:prstGeom prst="rect">
            <a:avLst/>
          </a:prstGeom>
        </p:spPr>
      </p:pic>
      <p:pic>
        <p:nvPicPr>
          <p:cNvPr id="11" name="Picture 10">
            <a:extLst>
              <a:ext uri="{FF2B5EF4-FFF2-40B4-BE49-F238E27FC236}">
                <a16:creationId xmlns:a16="http://schemas.microsoft.com/office/drawing/2014/main" id="{D260F205-1B31-59A1-B167-2CF268747AD3}"/>
              </a:ext>
            </a:extLst>
          </p:cNvPr>
          <p:cNvPicPr>
            <a:picLocks noChangeAspect="1"/>
          </p:cNvPicPr>
          <p:nvPr/>
        </p:nvPicPr>
        <p:blipFill>
          <a:blip r:embed="rId5"/>
          <a:stretch>
            <a:fillRect/>
          </a:stretch>
        </p:blipFill>
        <p:spPr>
          <a:xfrm>
            <a:off x="6815738" y="2404919"/>
            <a:ext cx="4900797" cy="1146077"/>
          </a:xfrm>
          <a:prstGeom prst="rect">
            <a:avLst/>
          </a:prstGeom>
        </p:spPr>
      </p:pic>
      <p:pic>
        <p:nvPicPr>
          <p:cNvPr id="13" name="Picture 12">
            <a:extLst>
              <a:ext uri="{FF2B5EF4-FFF2-40B4-BE49-F238E27FC236}">
                <a16:creationId xmlns:a16="http://schemas.microsoft.com/office/drawing/2014/main" id="{34DBA7F8-E1FE-DCD7-166C-32F073F341BC}"/>
              </a:ext>
            </a:extLst>
          </p:cNvPr>
          <p:cNvPicPr>
            <a:picLocks noChangeAspect="1"/>
          </p:cNvPicPr>
          <p:nvPr/>
        </p:nvPicPr>
        <p:blipFill>
          <a:blip r:embed="rId6"/>
          <a:stretch>
            <a:fillRect/>
          </a:stretch>
        </p:blipFill>
        <p:spPr>
          <a:xfrm>
            <a:off x="6815738" y="3569280"/>
            <a:ext cx="4971570" cy="1170359"/>
          </a:xfrm>
          <a:prstGeom prst="rect">
            <a:avLst/>
          </a:prstGeom>
        </p:spPr>
      </p:pic>
    </p:spTree>
    <p:extLst>
      <p:ext uri="{BB962C8B-B14F-4D97-AF65-F5344CB8AC3E}">
        <p14:creationId xmlns:p14="http://schemas.microsoft.com/office/powerpoint/2010/main" val="29912108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42D32-4BEF-3132-A0BA-85B7E336B18D}"/>
              </a:ext>
            </a:extLst>
          </p:cNvPr>
          <p:cNvSpPr>
            <a:spLocks noGrp="1"/>
          </p:cNvSpPr>
          <p:nvPr>
            <p:ph type="title"/>
          </p:nvPr>
        </p:nvSpPr>
        <p:spPr/>
        <p:txBody>
          <a:bodyPr>
            <a:normAutofit fontScale="90000"/>
          </a:bodyPr>
          <a:lstStyle/>
          <a:p>
            <a:r>
              <a:rPr lang="en-US" dirty="0"/>
              <a:t>6. Create a </a:t>
            </a:r>
            <a:r>
              <a:rPr lang="en-US" dirty="0" err="1"/>
              <a:t>SQLstored</a:t>
            </a:r>
            <a:r>
              <a:rPr lang="en-US" dirty="0"/>
              <a:t> </a:t>
            </a:r>
            <a:r>
              <a:rPr lang="en-US" dirty="0" err="1"/>
              <a:t>procecdure</a:t>
            </a:r>
            <a:r>
              <a:rPr lang="en-US" dirty="0"/>
              <a:t> to insert values into a row using variables passed in on execution.</a:t>
            </a:r>
          </a:p>
        </p:txBody>
      </p:sp>
      <p:pic>
        <p:nvPicPr>
          <p:cNvPr id="5" name="Picture 4">
            <a:extLst>
              <a:ext uri="{FF2B5EF4-FFF2-40B4-BE49-F238E27FC236}">
                <a16:creationId xmlns:a16="http://schemas.microsoft.com/office/drawing/2014/main" id="{7366327B-5310-2B3F-B289-8B4AB1A2BC33}"/>
              </a:ext>
            </a:extLst>
          </p:cNvPr>
          <p:cNvPicPr>
            <a:picLocks noChangeAspect="1"/>
          </p:cNvPicPr>
          <p:nvPr/>
        </p:nvPicPr>
        <p:blipFill>
          <a:blip r:embed="rId2"/>
          <a:stretch>
            <a:fillRect/>
          </a:stretch>
        </p:blipFill>
        <p:spPr>
          <a:xfrm>
            <a:off x="1765395" y="1800451"/>
            <a:ext cx="8661210" cy="4172661"/>
          </a:xfrm>
          <a:prstGeom prst="rect">
            <a:avLst/>
          </a:prstGeom>
        </p:spPr>
      </p:pic>
    </p:spTree>
    <p:extLst>
      <p:ext uri="{BB962C8B-B14F-4D97-AF65-F5344CB8AC3E}">
        <p14:creationId xmlns:p14="http://schemas.microsoft.com/office/powerpoint/2010/main" val="32966057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C801E-C1F8-0064-29F9-92DC1FD5560B}"/>
              </a:ext>
            </a:extLst>
          </p:cNvPr>
          <p:cNvSpPr>
            <a:spLocks noGrp="1"/>
          </p:cNvSpPr>
          <p:nvPr>
            <p:ph type="title"/>
          </p:nvPr>
        </p:nvSpPr>
        <p:spPr/>
        <p:txBody>
          <a:bodyPr>
            <a:normAutofit/>
          </a:bodyPr>
          <a:lstStyle/>
          <a:p>
            <a:r>
              <a:rPr lang="en-US" dirty="0"/>
              <a:t>7. Write the SQL to create a table, key, and index. This must not be generated SQL.</a:t>
            </a:r>
          </a:p>
        </p:txBody>
      </p:sp>
      <p:pic>
        <p:nvPicPr>
          <p:cNvPr id="5" name="Picture 4">
            <a:extLst>
              <a:ext uri="{FF2B5EF4-FFF2-40B4-BE49-F238E27FC236}">
                <a16:creationId xmlns:a16="http://schemas.microsoft.com/office/drawing/2014/main" id="{5FDE928E-63F8-567B-76F1-13A833271498}"/>
              </a:ext>
            </a:extLst>
          </p:cNvPr>
          <p:cNvPicPr>
            <a:picLocks noChangeAspect="1"/>
          </p:cNvPicPr>
          <p:nvPr/>
        </p:nvPicPr>
        <p:blipFill>
          <a:blip r:embed="rId2"/>
          <a:stretch>
            <a:fillRect/>
          </a:stretch>
        </p:blipFill>
        <p:spPr>
          <a:xfrm>
            <a:off x="1624855" y="2070604"/>
            <a:ext cx="9089895" cy="3710454"/>
          </a:xfrm>
          <a:prstGeom prst="rect">
            <a:avLst/>
          </a:prstGeom>
        </p:spPr>
      </p:pic>
    </p:spTree>
    <p:extLst>
      <p:ext uri="{BB962C8B-B14F-4D97-AF65-F5344CB8AC3E}">
        <p14:creationId xmlns:p14="http://schemas.microsoft.com/office/powerpoint/2010/main" val="504747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B3932-BABB-EAB4-BB73-5B37E556627D}"/>
              </a:ext>
            </a:extLst>
          </p:cNvPr>
          <p:cNvSpPr>
            <a:spLocks noGrp="1"/>
          </p:cNvSpPr>
          <p:nvPr>
            <p:ph type="title"/>
          </p:nvPr>
        </p:nvSpPr>
        <p:spPr/>
        <p:txBody>
          <a:bodyPr/>
          <a:lstStyle/>
          <a:p>
            <a:r>
              <a:rPr lang="en-US" dirty="0"/>
              <a:t>8. Create a query that uses Group By</a:t>
            </a:r>
          </a:p>
        </p:txBody>
      </p:sp>
      <p:pic>
        <p:nvPicPr>
          <p:cNvPr id="5" name="Picture 4">
            <a:extLst>
              <a:ext uri="{FF2B5EF4-FFF2-40B4-BE49-F238E27FC236}">
                <a16:creationId xmlns:a16="http://schemas.microsoft.com/office/drawing/2014/main" id="{344A7A9F-3DCD-0C75-799E-57258BC72A0F}"/>
              </a:ext>
            </a:extLst>
          </p:cNvPr>
          <p:cNvPicPr>
            <a:picLocks noChangeAspect="1"/>
          </p:cNvPicPr>
          <p:nvPr/>
        </p:nvPicPr>
        <p:blipFill>
          <a:blip r:embed="rId2"/>
          <a:srcRect t="1135"/>
          <a:stretch>
            <a:fillRect/>
          </a:stretch>
        </p:blipFill>
        <p:spPr>
          <a:xfrm>
            <a:off x="1582911" y="1828800"/>
            <a:ext cx="8887866" cy="4012691"/>
          </a:xfrm>
          <a:prstGeom prst="rect">
            <a:avLst/>
          </a:prstGeom>
        </p:spPr>
      </p:pic>
    </p:spTree>
    <p:extLst>
      <p:ext uri="{BB962C8B-B14F-4D97-AF65-F5344CB8AC3E}">
        <p14:creationId xmlns:p14="http://schemas.microsoft.com/office/powerpoint/2010/main" val="21255523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D3ABB-15AE-5D21-9B02-8FF9B1657C60}"/>
              </a:ext>
            </a:extLst>
          </p:cNvPr>
          <p:cNvSpPr>
            <a:spLocks noGrp="1"/>
          </p:cNvSpPr>
          <p:nvPr>
            <p:ph type="title"/>
          </p:nvPr>
        </p:nvSpPr>
        <p:spPr/>
        <p:txBody>
          <a:bodyPr>
            <a:normAutofit fontScale="90000"/>
          </a:bodyPr>
          <a:lstStyle/>
          <a:p>
            <a:r>
              <a:rPr lang="en-US" dirty="0"/>
              <a:t>9. Demonstrate the use of distinct, ascending, descending in a query. The result set must have at least 7 rows.</a:t>
            </a:r>
          </a:p>
        </p:txBody>
      </p:sp>
      <p:pic>
        <p:nvPicPr>
          <p:cNvPr id="5" name="Picture 4">
            <a:extLst>
              <a:ext uri="{FF2B5EF4-FFF2-40B4-BE49-F238E27FC236}">
                <a16:creationId xmlns:a16="http://schemas.microsoft.com/office/drawing/2014/main" id="{CCB0E663-FEA4-DB91-DFD8-49240A80C389}"/>
              </a:ext>
            </a:extLst>
          </p:cNvPr>
          <p:cNvPicPr>
            <a:picLocks noChangeAspect="1"/>
          </p:cNvPicPr>
          <p:nvPr/>
        </p:nvPicPr>
        <p:blipFill>
          <a:blip r:embed="rId2"/>
          <a:stretch>
            <a:fillRect/>
          </a:stretch>
        </p:blipFill>
        <p:spPr>
          <a:xfrm>
            <a:off x="4057170" y="1399162"/>
            <a:ext cx="5033953" cy="4928640"/>
          </a:xfrm>
          <a:prstGeom prst="rect">
            <a:avLst/>
          </a:prstGeom>
        </p:spPr>
      </p:pic>
    </p:spTree>
    <p:extLst>
      <p:ext uri="{BB962C8B-B14F-4D97-AF65-F5344CB8AC3E}">
        <p14:creationId xmlns:p14="http://schemas.microsoft.com/office/powerpoint/2010/main" val="41227663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39D64-3EA4-C60F-8C22-927E751B0392}"/>
              </a:ext>
            </a:extLst>
          </p:cNvPr>
          <p:cNvSpPr>
            <a:spLocks noGrp="1"/>
          </p:cNvSpPr>
          <p:nvPr>
            <p:ph type="title"/>
          </p:nvPr>
        </p:nvSpPr>
        <p:spPr/>
        <p:txBody>
          <a:bodyPr>
            <a:normAutofit/>
          </a:bodyPr>
          <a:lstStyle/>
          <a:p>
            <a:r>
              <a:rPr lang="en-US" dirty="0"/>
              <a:t>10. Create a query that demonstrates an inner join (includes join in statement)</a:t>
            </a:r>
          </a:p>
        </p:txBody>
      </p:sp>
      <p:pic>
        <p:nvPicPr>
          <p:cNvPr id="5" name="Picture 4">
            <a:extLst>
              <a:ext uri="{FF2B5EF4-FFF2-40B4-BE49-F238E27FC236}">
                <a16:creationId xmlns:a16="http://schemas.microsoft.com/office/drawing/2014/main" id="{964DA72C-6CA9-7B8B-FEA7-53E968B67568}"/>
              </a:ext>
            </a:extLst>
          </p:cNvPr>
          <p:cNvPicPr>
            <a:picLocks noChangeAspect="1"/>
          </p:cNvPicPr>
          <p:nvPr/>
        </p:nvPicPr>
        <p:blipFill>
          <a:blip r:embed="rId2"/>
          <a:stretch>
            <a:fillRect/>
          </a:stretch>
        </p:blipFill>
        <p:spPr>
          <a:xfrm>
            <a:off x="1882588" y="1690688"/>
            <a:ext cx="8203806" cy="4650819"/>
          </a:xfrm>
          <a:prstGeom prst="rect">
            <a:avLst/>
          </a:prstGeom>
        </p:spPr>
      </p:pic>
    </p:spTree>
    <p:extLst>
      <p:ext uri="{BB962C8B-B14F-4D97-AF65-F5344CB8AC3E}">
        <p14:creationId xmlns:p14="http://schemas.microsoft.com/office/powerpoint/2010/main" val="30018419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ED7C7-918B-2B38-3518-45FF0CE0AB8A}"/>
              </a:ext>
            </a:extLst>
          </p:cNvPr>
          <p:cNvSpPr>
            <a:spLocks noGrp="1"/>
          </p:cNvSpPr>
          <p:nvPr>
            <p:ph type="title"/>
          </p:nvPr>
        </p:nvSpPr>
        <p:spPr/>
        <p:txBody>
          <a:bodyPr>
            <a:normAutofit/>
          </a:bodyPr>
          <a:lstStyle/>
          <a:p>
            <a:r>
              <a:rPr lang="en-US" dirty="0"/>
              <a:t>11. Create a query that demonstrates a left outer join  (includes join in statement)</a:t>
            </a:r>
          </a:p>
        </p:txBody>
      </p:sp>
      <p:pic>
        <p:nvPicPr>
          <p:cNvPr id="5" name="Picture 4">
            <a:extLst>
              <a:ext uri="{FF2B5EF4-FFF2-40B4-BE49-F238E27FC236}">
                <a16:creationId xmlns:a16="http://schemas.microsoft.com/office/drawing/2014/main" id="{23C027B2-DDF8-2AC1-8F6A-5EBDE0EC759E}"/>
              </a:ext>
            </a:extLst>
          </p:cNvPr>
          <p:cNvPicPr>
            <a:picLocks noChangeAspect="1"/>
          </p:cNvPicPr>
          <p:nvPr/>
        </p:nvPicPr>
        <p:blipFill>
          <a:blip r:embed="rId2"/>
          <a:stretch>
            <a:fillRect/>
          </a:stretch>
        </p:blipFill>
        <p:spPr>
          <a:xfrm>
            <a:off x="2143846" y="1690688"/>
            <a:ext cx="7520959" cy="5112739"/>
          </a:xfrm>
          <a:prstGeom prst="rect">
            <a:avLst/>
          </a:prstGeom>
        </p:spPr>
      </p:pic>
    </p:spTree>
    <p:extLst>
      <p:ext uri="{BB962C8B-B14F-4D97-AF65-F5344CB8AC3E}">
        <p14:creationId xmlns:p14="http://schemas.microsoft.com/office/powerpoint/2010/main" val="22228208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97849-C33A-CAEF-E7DE-D1CBCC7A37A4}"/>
              </a:ext>
            </a:extLst>
          </p:cNvPr>
          <p:cNvSpPr>
            <a:spLocks noGrp="1"/>
          </p:cNvSpPr>
          <p:nvPr>
            <p:ph type="title"/>
          </p:nvPr>
        </p:nvSpPr>
        <p:spPr/>
        <p:txBody>
          <a:bodyPr>
            <a:normAutofit/>
          </a:bodyPr>
          <a:lstStyle/>
          <a:p>
            <a:r>
              <a:rPr lang="en-US" dirty="0"/>
              <a:t>12. Create a query that demonstrates a right outer join  (includes join in statement)</a:t>
            </a:r>
          </a:p>
        </p:txBody>
      </p:sp>
      <p:pic>
        <p:nvPicPr>
          <p:cNvPr id="5" name="Picture 4">
            <a:extLst>
              <a:ext uri="{FF2B5EF4-FFF2-40B4-BE49-F238E27FC236}">
                <a16:creationId xmlns:a16="http://schemas.microsoft.com/office/drawing/2014/main" id="{9EDDD322-E713-B869-995B-34AF0BA7337C}"/>
              </a:ext>
            </a:extLst>
          </p:cNvPr>
          <p:cNvPicPr>
            <a:picLocks noChangeAspect="1"/>
          </p:cNvPicPr>
          <p:nvPr/>
        </p:nvPicPr>
        <p:blipFill>
          <a:blip r:embed="rId2"/>
          <a:stretch>
            <a:fillRect/>
          </a:stretch>
        </p:blipFill>
        <p:spPr>
          <a:xfrm>
            <a:off x="2166898" y="1800077"/>
            <a:ext cx="7356854" cy="4527723"/>
          </a:xfrm>
          <a:prstGeom prst="rect">
            <a:avLst/>
          </a:prstGeom>
        </p:spPr>
      </p:pic>
    </p:spTree>
    <p:extLst>
      <p:ext uri="{BB962C8B-B14F-4D97-AF65-F5344CB8AC3E}">
        <p14:creationId xmlns:p14="http://schemas.microsoft.com/office/powerpoint/2010/main" val="33528834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aea6bdcf-f844-4e0e-a85d-2ad02d62f696"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9891396C1459945A2F6E1701E378ABC" ma:contentTypeVersion="13" ma:contentTypeDescription="Create a new document." ma:contentTypeScope="" ma:versionID="b3e953d0f49b4f8e04d517a79372bb9d">
  <xsd:schema xmlns:xsd="http://www.w3.org/2001/XMLSchema" xmlns:xs="http://www.w3.org/2001/XMLSchema" xmlns:p="http://schemas.microsoft.com/office/2006/metadata/properties" xmlns:ns3="aea6bdcf-f844-4e0e-a85d-2ad02d62f696" xmlns:ns4="fd78ae9d-db8f-493c-b2df-e712038504b2" targetNamespace="http://schemas.microsoft.com/office/2006/metadata/properties" ma:root="true" ma:fieldsID="2911118e36349cc02e956da388d41c4f" ns3:_="" ns4:_="">
    <xsd:import namespace="aea6bdcf-f844-4e0e-a85d-2ad02d62f696"/>
    <xsd:import namespace="fd78ae9d-db8f-493c-b2df-e712038504b2"/>
    <xsd:element name="properties">
      <xsd:complexType>
        <xsd:sequence>
          <xsd:element name="documentManagement">
            <xsd:complexType>
              <xsd:all>
                <xsd:element ref="ns3:MediaServiceMetadata" minOccurs="0"/>
                <xsd:element ref="ns3:MediaServiceFastMetadata" minOccurs="0"/>
                <xsd:element ref="ns3:_activity" minOccurs="0"/>
                <xsd:element ref="ns4:SharedWithUsers" minOccurs="0"/>
                <xsd:element ref="ns4:SharedWithDetails" minOccurs="0"/>
                <xsd:element ref="ns4:SharingHintHash" minOccurs="0"/>
                <xsd:element ref="ns3:MediaServiceObjectDetectorVersions" minOccurs="0"/>
                <xsd:element ref="ns3:MediaServiceSearchProperties" minOccurs="0"/>
                <xsd:element ref="ns3:MediaServiceDateTaken"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ea6bdcf-f844-4e0e-a85d-2ad02d62f69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0" nillable="true" ma:displayName="_activity" ma:hidden="true" ma:internalName="_activity">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d78ae9d-db8f-493c-b2df-e712038504b2"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SharingHintHash" ma:index="13"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17C40F3-DD33-41B5-9077-0277D5D20EAA}">
  <ds:schemaRefs>
    <ds:schemaRef ds:uri="http://schemas.microsoft.com/office/2006/documentManagement/types"/>
    <ds:schemaRef ds:uri="fd78ae9d-db8f-493c-b2df-e712038504b2"/>
    <ds:schemaRef ds:uri="http://purl.org/dc/elements/1.1/"/>
    <ds:schemaRef ds:uri="aea6bdcf-f844-4e0e-a85d-2ad02d62f696"/>
    <ds:schemaRef ds:uri="http://www.w3.org/XML/1998/namespace"/>
    <ds:schemaRef ds:uri="http://purl.org/dc/dcmitype/"/>
    <ds:schemaRef ds:uri="http://schemas.microsoft.com/office/infopath/2007/PartnerControls"/>
    <ds:schemaRef ds:uri="http://schemas.openxmlformats.org/package/2006/metadata/core-properties"/>
    <ds:schemaRef ds:uri="http://schemas.microsoft.com/office/2006/metadata/properties"/>
    <ds:schemaRef ds:uri="http://purl.org/dc/terms/"/>
  </ds:schemaRefs>
</ds:datastoreItem>
</file>

<file path=customXml/itemProps2.xml><?xml version="1.0" encoding="utf-8"?>
<ds:datastoreItem xmlns:ds="http://schemas.openxmlformats.org/officeDocument/2006/customXml" ds:itemID="{D5549E4D-2A1C-4069-B977-C6E16185F694}">
  <ds:schemaRefs>
    <ds:schemaRef ds:uri="http://schemas.microsoft.com/sharepoint/v3/contenttype/forms"/>
  </ds:schemaRefs>
</ds:datastoreItem>
</file>

<file path=customXml/itemProps3.xml><?xml version="1.0" encoding="utf-8"?>
<ds:datastoreItem xmlns:ds="http://schemas.openxmlformats.org/officeDocument/2006/customXml" ds:itemID="{F315A7BF-F0ED-4FBA-B903-4F97C99C2F0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ea6bdcf-f844-4e0e-a85d-2ad02d62f696"/>
    <ds:schemaRef ds:uri="fd78ae9d-db8f-493c-b2df-e712038504b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64b0362e-85c0-4e95-a4ce-5651d96cb739}" enabled="0" method="" siteId="{64b0362e-85c0-4e95-a4ce-5651d96cb739}" removed="1"/>
</clbl:labelList>
</file>

<file path=docProps/app.xml><?xml version="1.0" encoding="utf-8"?>
<Properties xmlns="http://schemas.openxmlformats.org/officeDocument/2006/extended-properties" xmlns:vt="http://schemas.openxmlformats.org/officeDocument/2006/docPropsVTypes">
  <TotalTime>40</TotalTime>
  <Words>223</Words>
  <Application>Microsoft Office PowerPoint</Application>
  <PresentationFormat>Widescreen</PresentationFormat>
  <Paragraphs>14</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Aptos Display</vt:lpstr>
      <vt:lpstr>Arial</vt:lpstr>
      <vt:lpstr>Office Theme</vt:lpstr>
      <vt:lpstr>SQL 2</vt:lpstr>
      <vt:lpstr>1. Display the count of the number of rows in a table.</vt:lpstr>
      <vt:lpstr>2. Delete a specified record in a table and prove that it is deleted.</vt:lpstr>
      <vt:lpstr>3. Two table join that creates a view.</vt:lpstr>
      <vt:lpstr>4. Three table join qualified with a key value from one view and one other table.</vt:lpstr>
      <vt:lpstr>5. Use five SQL functions (such as SUM). This should be five queries with at least one function for each query and not the same functions as you used in previous assignments.</vt:lpstr>
      <vt:lpstr>6. Create a SQLstored procecdure to insert values into a row using variables passed in on execution.</vt:lpstr>
      <vt:lpstr>7. Write the SQL to create a table, key, and index. This must not be generated SQL.</vt:lpstr>
      <vt:lpstr>8. Create a query that uses Group By</vt:lpstr>
      <vt:lpstr>9. Demonstrate the use of distinct, ascending, descending in a query. The result set must have at least 7 rows.</vt:lpstr>
      <vt:lpstr>10. Create a query that demonstrates an inner join (includes join in statement)</vt:lpstr>
      <vt:lpstr>11. Create a query that demonstrates a left outer join  (includes join in statement)</vt:lpstr>
      <vt:lpstr>12. Create a query that demonstrates a right outer join  (includes join in statement)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Hunter Bartlett</dc:creator>
  <cp:lastModifiedBy>Hunter Bartlett</cp:lastModifiedBy>
  <cp:revision>2</cp:revision>
  <dcterms:created xsi:type="dcterms:W3CDTF">2025-10-14T13:18:22Z</dcterms:created>
  <dcterms:modified xsi:type="dcterms:W3CDTF">2025-10-14T22:45:53Z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0x010100C9891396C1459945A2F6E1701E378ABC</vt:lpwstr>
  </property>
</Properties>
</file>