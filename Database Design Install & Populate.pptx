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57"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1CE4B0-CE07-4451-942A-4CF5D64DEC9F}" v="1" dt="2025-09-23T12:24:49.3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99" autoAdjust="0"/>
    <p:restoredTop sz="94660"/>
  </p:normalViewPr>
  <p:slideViewPr>
    <p:cSldViewPr snapToGrid="0">
      <p:cViewPr varScale="1">
        <p:scale>
          <a:sx n="85" d="100"/>
          <a:sy n="85" d="100"/>
        </p:scale>
        <p:origin x="23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ter Bartlett" userId="cbf17650-2326-4151-9551-5062c83f5ca3" providerId="ADAL" clId="{A8ED9588-72CB-431E-8FF0-80C39D5F9BE2}"/>
    <pc:docChg chg="custSel modSld">
      <pc:chgData name="Hunter Bartlett" userId="cbf17650-2326-4151-9551-5062c83f5ca3" providerId="ADAL" clId="{A8ED9588-72CB-431E-8FF0-80C39D5F9BE2}" dt="2025-09-23T12:29:13.649" v="1896" actId="20577"/>
      <pc:docMkLst>
        <pc:docMk/>
      </pc:docMkLst>
      <pc:sldChg chg="modSp mod">
        <pc:chgData name="Hunter Bartlett" userId="cbf17650-2326-4151-9551-5062c83f5ca3" providerId="ADAL" clId="{A8ED9588-72CB-431E-8FF0-80C39D5F9BE2}" dt="2025-09-23T12:04:58.839" v="410" actId="20577"/>
        <pc:sldMkLst>
          <pc:docMk/>
          <pc:sldMk cId="24390388" sldId="258"/>
        </pc:sldMkLst>
        <pc:spChg chg="mod">
          <ac:chgData name="Hunter Bartlett" userId="cbf17650-2326-4151-9551-5062c83f5ca3" providerId="ADAL" clId="{A8ED9588-72CB-431E-8FF0-80C39D5F9BE2}" dt="2025-09-23T12:04:58.839" v="410" actId="20577"/>
          <ac:spMkLst>
            <pc:docMk/>
            <pc:sldMk cId="24390388" sldId="258"/>
            <ac:spMk id="3" creationId="{73D460A2-D11D-249E-C3DA-E4C6FB3A3707}"/>
          </ac:spMkLst>
        </pc:spChg>
      </pc:sldChg>
      <pc:sldChg chg="addSp modSp mod">
        <pc:chgData name="Hunter Bartlett" userId="cbf17650-2326-4151-9551-5062c83f5ca3" providerId="ADAL" clId="{A8ED9588-72CB-431E-8FF0-80C39D5F9BE2}" dt="2025-09-23T12:02:39.189" v="1" actId="14100"/>
        <pc:sldMkLst>
          <pc:docMk/>
          <pc:sldMk cId="2488323087" sldId="259"/>
        </pc:sldMkLst>
        <pc:picChg chg="add mod">
          <ac:chgData name="Hunter Bartlett" userId="cbf17650-2326-4151-9551-5062c83f5ca3" providerId="ADAL" clId="{A8ED9588-72CB-431E-8FF0-80C39D5F9BE2}" dt="2025-09-23T12:02:39.189" v="1" actId="14100"/>
          <ac:picMkLst>
            <pc:docMk/>
            <pc:sldMk cId="2488323087" sldId="259"/>
            <ac:picMk id="4" creationId="{8F135688-479A-DFEE-3893-4953A1CD2868}"/>
          </ac:picMkLst>
        </pc:picChg>
      </pc:sldChg>
      <pc:sldChg chg="modSp mod">
        <pc:chgData name="Hunter Bartlett" userId="cbf17650-2326-4151-9551-5062c83f5ca3" providerId="ADAL" clId="{A8ED9588-72CB-431E-8FF0-80C39D5F9BE2}" dt="2025-09-23T12:27:56.181" v="1600" actId="12"/>
        <pc:sldMkLst>
          <pc:docMk/>
          <pc:sldMk cId="1930694835" sldId="260"/>
        </pc:sldMkLst>
        <pc:spChg chg="mod">
          <ac:chgData name="Hunter Bartlett" userId="cbf17650-2326-4151-9551-5062c83f5ca3" providerId="ADAL" clId="{A8ED9588-72CB-431E-8FF0-80C39D5F9BE2}" dt="2025-09-23T12:27:56.181" v="1600" actId="12"/>
          <ac:spMkLst>
            <pc:docMk/>
            <pc:sldMk cId="1930694835" sldId="260"/>
            <ac:spMk id="3" creationId="{DA1F6170-3895-8974-77DC-05A82C08FFD9}"/>
          </ac:spMkLst>
        </pc:spChg>
      </pc:sldChg>
      <pc:sldChg chg="addSp delSp modSp mod">
        <pc:chgData name="Hunter Bartlett" userId="cbf17650-2326-4151-9551-5062c83f5ca3" providerId="ADAL" clId="{A8ED9588-72CB-431E-8FF0-80C39D5F9BE2}" dt="2025-09-23T12:26:09.882" v="1201" actId="20577"/>
        <pc:sldMkLst>
          <pc:docMk/>
          <pc:sldMk cId="1293018805" sldId="261"/>
        </pc:sldMkLst>
        <pc:spChg chg="add mod">
          <ac:chgData name="Hunter Bartlett" userId="cbf17650-2326-4151-9551-5062c83f5ca3" providerId="ADAL" clId="{A8ED9588-72CB-431E-8FF0-80C39D5F9BE2}" dt="2025-09-23T12:26:09.882" v="1201" actId="20577"/>
          <ac:spMkLst>
            <pc:docMk/>
            <pc:sldMk cId="1293018805" sldId="261"/>
            <ac:spMk id="3" creationId="{39BEF57F-C94C-994C-FF93-89697A7339B1}"/>
          </ac:spMkLst>
        </pc:spChg>
        <pc:spChg chg="del mod">
          <ac:chgData name="Hunter Bartlett" userId="cbf17650-2326-4151-9551-5062c83f5ca3" providerId="ADAL" clId="{A8ED9588-72CB-431E-8FF0-80C39D5F9BE2}" dt="2025-09-23T12:24:40.138" v="920" actId="478"/>
          <ac:spMkLst>
            <pc:docMk/>
            <pc:sldMk cId="1293018805" sldId="261"/>
            <ac:spMk id="6" creationId="{FE848587-E02A-BD09-5853-2D23D064B410}"/>
          </ac:spMkLst>
        </pc:spChg>
      </pc:sldChg>
      <pc:sldChg chg="modSp mod">
        <pc:chgData name="Hunter Bartlett" userId="cbf17650-2326-4151-9551-5062c83f5ca3" providerId="ADAL" clId="{A8ED9588-72CB-431E-8FF0-80C39D5F9BE2}" dt="2025-09-23T12:29:13.649" v="1896" actId="20577"/>
        <pc:sldMkLst>
          <pc:docMk/>
          <pc:sldMk cId="2819657223" sldId="262"/>
        </pc:sldMkLst>
        <pc:spChg chg="mod">
          <ac:chgData name="Hunter Bartlett" userId="cbf17650-2326-4151-9551-5062c83f5ca3" providerId="ADAL" clId="{A8ED9588-72CB-431E-8FF0-80C39D5F9BE2}" dt="2025-09-23T12:29:13.649" v="1896" actId="20577"/>
          <ac:spMkLst>
            <pc:docMk/>
            <pc:sldMk cId="2819657223" sldId="262"/>
            <ac:spMk id="3" creationId="{641F0192-61FF-28FE-5AC5-92AAD3C6C38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AC2AF-DD61-0B8C-F94B-44825D641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7D632A-5715-0ECB-8FF2-43A53454FF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EB24F7-73EC-A8F4-E07C-7B56288BB29C}"/>
              </a:ext>
            </a:extLst>
          </p:cNvPr>
          <p:cNvSpPr>
            <a:spLocks noGrp="1"/>
          </p:cNvSpPr>
          <p:nvPr>
            <p:ph type="dt" sz="half" idx="10"/>
          </p:nvPr>
        </p:nvSpPr>
        <p:spPr/>
        <p:txBody>
          <a:bodyPr/>
          <a:lstStyle/>
          <a:p>
            <a:fld id="{1DAA02B3-6D2B-4285-A01E-D9DD2539BC07}" type="datetimeFigureOut">
              <a:rPr lang="en-US" smtClean="0"/>
              <a:t>9/23/2025</a:t>
            </a:fld>
            <a:endParaRPr lang="en-US"/>
          </a:p>
        </p:txBody>
      </p:sp>
      <p:sp>
        <p:nvSpPr>
          <p:cNvPr id="5" name="Footer Placeholder 4">
            <a:extLst>
              <a:ext uri="{FF2B5EF4-FFF2-40B4-BE49-F238E27FC236}">
                <a16:creationId xmlns:a16="http://schemas.microsoft.com/office/drawing/2014/main" id="{25453BB8-419C-922D-3DD3-8F2B2E62A8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A191BF-4C67-C258-4343-66B817194E8B}"/>
              </a:ext>
            </a:extLst>
          </p:cNvPr>
          <p:cNvSpPr>
            <a:spLocks noGrp="1"/>
          </p:cNvSpPr>
          <p:nvPr>
            <p:ph type="sldNum" sz="quarter" idx="12"/>
          </p:nvPr>
        </p:nvSpPr>
        <p:spPr/>
        <p:txBody>
          <a:bodyPr/>
          <a:lstStyle/>
          <a:p>
            <a:fld id="{C9BA79F0-967D-4E24-BE8C-DAAA5628CE92}" type="slidenum">
              <a:rPr lang="en-US" smtClean="0"/>
              <a:t>‹#›</a:t>
            </a:fld>
            <a:endParaRPr lang="en-US"/>
          </a:p>
        </p:txBody>
      </p:sp>
    </p:spTree>
    <p:extLst>
      <p:ext uri="{BB962C8B-B14F-4D97-AF65-F5344CB8AC3E}">
        <p14:creationId xmlns:p14="http://schemas.microsoft.com/office/powerpoint/2010/main" val="2657580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B9BC7-54B9-90B8-FBFF-4FCE44D677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12D718-C5B4-B64A-7C54-E9E3F36822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FF08D-E598-18BC-9ADA-7B0D93C95834}"/>
              </a:ext>
            </a:extLst>
          </p:cNvPr>
          <p:cNvSpPr>
            <a:spLocks noGrp="1"/>
          </p:cNvSpPr>
          <p:nvPr>
            <p:ph type="dt" sz="half" idx="10"/>
          </p:nvPr>
        </p:nvSpPr>
        <p:spPr/>
        <p:txBody>
          <a:bodyPr/>
          <a:lstStyle/>
          <a:p>
            <a:fld id="{1DAA02B3-6D2B-4285-A01E-D9DD2539BC07}" type="datetimeFigureOut">
              <a:rPr lang="en-US" smtClean="0"/>
              <a:t>9/23/2025</a:t>
            </a:fld>
            <a:endParaRPr lang="en-US"/>
          </a:p>
        </p:txBody>
      </p:sp>
      <p:sp>
        <p:nvSpPr>
          <p:cNvPr id="5" name="Footer Placeholder 4">
            <a:extLst>
              <a:ext uri="{FF2B5EF4-FFF2-40B4-BE49-F238E27FC236}">
                <a16:creationId xmlns:a16="http://schemas.microsoft.com/office/drawing/2014/main" id="{36B81F1B-80CA-8A05-08A4-F616358CF7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76C57D-833A-470D-DACA-EE1BE44974F8}"/>
              </a:ext>
            </a:extLst>
          </p:cNvPr>
          <p:cNvSpPr>
            <a:spLocks noGrp="1"/>
          </p:cNvSpPr>
          <p:nvPr>
            <p:ph type="sldNum" sz="quarter" idx="12"/>
          </p:nvPr>
        </p:nvSpPr>
        <p:spPr/>
        <p:txBody>
          <a:bodyPr/>
          <a:lstStyle/>
          <a:p>
            <a:fld id="{C9BA79F0-967D-4E24-BE8C-DAAA5628CE92}" type="slidenum">
              <a:rPr lang="en-US" smtClean="0"/>
              <a:t>‹#›</a:t>
            </a:fld>
            <a:endParaRPr lang="en-US"/>
          </a:p>
        </p:txBody>
      </p:sp>
    </p:spTree>
    <p:extLst>
      <p:ext uri="{BB962C8B-B14F-4D97-AF65-F5344CB8AC3E}">
        <p14:creationId xmlns:p14="http://schemas.microsoft.com/office/powerpoint/2010/main" val="2518891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EF1EB-5925-8B5D-0904-4DC820B961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53D522-A45E-DDEF-6DD1-1FD628D279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DB8502-BAED-E1BC-6BF7-1026C5C446D7}"/>
              </a:ext>
            </a:extLst>
          </p:cNvPr>
          <p:cNvSpPr>
            <a:spLocks noGrp="1"/>
          </p:cNvSpPr>
          <p:nvPr>
            <p:ph type="dt" sz="half" idx="10"/>
          </p:nvPr>
        </p:nvSpPr>
        <p:spPr/>
        <p:txBody>
          <a:bodyPr/>
          <a:lstStyle/>
          <a:p>
            <a:fld id="{1DAA02B3-6D2B-4285-A01E-D9DD2539BC07}" type="datetimeFigureOut">
              <a:rPr lang="en-US" smtClean="0"/>
              <a:t>9/23/2025</a:t>
            </a:fld>
            <a:endParaRPr lang="en-US"/>
          </a:p>
        </p:txBody>
      </p:sp>
      <p:sp>
        <p:nvSpPr>
          <p:cNvPr id="5" name="Footer Placeholder 4">
            <a:extLst>
              <a:ext uri="{FF2B5EF4-FFF2-40B4-BE49-F238E27FC236}">
                <a16:creationId xmlns:a16="http://schemas.microsoft.com/office/drawing/2014/main" id="{8E75CF9D-F402-ABA9-F220-EC63F038F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89EB7-1A5D-D104-96E3-10323D7E44EB}"/>
              </a:ext>
            </a:extLst>
          </p:cNvPr>
          <p:cNvSpPr>
            <a:spLocks noGrp="1"/>
          </p:cNvSpPr>
          <p:nvPr>
            <p:ph type="sldNum" sz="quarter" idx="12"/>
          </p:nvPr>
        </p:nvSpPr>
        <p:spPr/>
        <p:txBody>
          <a:bodyPr/>
          <a:lstStyle/>
          <a:p>
            <a:fld id="{C9BA79F0-967D-4E24-BE8C-DAAA5628CE92}" type="slidenum">
              <a:rPr lang="en-US" smtClean="0"/>
              <a:t>‹#›</a:t>
            </a:fld>
            <a:endParaRPr lang="en-US"/>
          </a:p>
        </p:txBody>
      </p:sp>
    </p:spTree>
    <p:extLst>
      <p:ext uri="{BB962C8B-B14F-4D97-AF65-F5344CB8AC3E}">
        <p14:creationId xmlns:p14="http://schemas.microsoft.com/office/powerpoint/2010/main" val="1625868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D7C20-FB05-B50B-FC18-454B9BBF1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6F50EB-8C4C-4198-86EC-75D2E9C725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D08453-BB5B-C7DB-68E8-0D69A57111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687A2E9-3728-7F1E-F11D-1D4270722035}"/>
              </a:ext>
            </a:extLst>
          </p:cNvPr>
          <p:cNvSpPr>
            <a:spLocks noGrp="1"/>
          </p:cNvSpPr>
          <p:nvPr>
            <p:ph type="dt" sz="half" idx="10"/>
          </p:nvPr>
        </p:nvSpPr>
        <p:spPr/>
        <p:txBody>
          <a:bodyPr/>
          <a:lstStyle/>
          <a:p>
            <a:fld id="{1DAA02B3-6D2B-4285-A01E-D9DD2539BC07}" type="datetimeFigureOut">
              <a:rPr lang="en-US" smtClean="0"/>
              <a:t>9/23/2025</a:t>
            </a:fld>
            <a:endParaRPr lang="en-US"/>
          </a:p>
        </p:txBody>
      </p:sp>
      <p:sp>
        <p:nvSpPr>
          <p:cNvPr id="6" name="Footer Placeholder 5">
            <a:extLst>
              <a:ext uri="{FF2B5EF4-FFF2-40B4-BE49-F238E27FC236}">
                <a16:creationId xmlns:a16="http://schemas.microsoft.com/office/drawing/2014/main" id="{F2C80EB0-25EE-E2DA-A05E-70CB775E59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46C27B-1A35-0D1A-1AEC-C9461C809E26}"/>
              </a:ext>
            </a:extLst>
          </p:cNvPr>
          <p:cNvSpPr>
            <a:spLocks noGrp="1"/>
          </p:cNvSpPr>
          <p:nvPr>
            <p:ph type="sldNum" sz="quarter" idx="12"/>
          </p:nvPr>
        </p:nvSpPr>
        <p:spPr/>
        <p:txBody>
          <a:bodyPr/>
          <a:lstStyle/>
          <a:p>
            <a:fld id="{C9BA79F0-967D-4E24-BE8C-DAAA5628CE92}" type="slidenum">
              <a:rPr lang="en-US" smtClean="0"/>
              <a:t>‹#›</a:t>
            </a:fld>
            <a:endParaRPr lang="en-US"/>
          </a:p>
        </p:txBody>
      </p:sp>
    </p:spTree>
    <p:extLst>
      <p:ext uri="{BB962C8B-B14F-4D97-AF65-F5344CB8AC3E}">
        <p14:creationId xmlns:p14="http://schemas.microsoft.com/office/powerpoint/2010/main" val="3789494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D0334-30C5-3AE9-4352-F8A62C0525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08DF79-2FA3-A254-2E84-93CB6735C4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AACD29-B8B5-FB35-9BEE-D15B3A92CA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D67ABD-C40A-9EA1-97F7-098A4EDD60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CE4E58-B6F1-9509-FBB6-F17683B8D9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65CC90-3B22-9A82-D9DA-295CD5D62532}"/>
              </a:ext>
            </a:extLst>
          </p:cNvPr>
          <p:cNvSpPr>
            <a:spLocks noGrp="1"/>
          </p:cNvSpPr>
          <p:nvPr>
            <p:ph type="dt" sz="half" idx="10"/>
          </p:nvPr>
        </p:nvSpPr>
        <p:spPr/>
        <p:txBody>
          <a:bodyPr/>
          <a:lstStyle/>
          <a:p>
            <a:fld id="{1DAA02B3-6D2B-4285-A01E-D9DD2539BC07}" type="datetimeFigureOut">
              <a:rPr lang="en-US" smtClean="0"/>
              <a:t>9/23/2025</a:t>
            </a:fld>
            <a:endParaRPr lang="en-US"/>
          </a:p>
        </p:txBody>
      </p:sp>
      <p:sp>
        <p:nvSpPr>
          <p:cNvPr id="8" name="Footer Placeholder 7">
            <a:extLst>
              <a:ext uri="{FF2B5EF4-FFF2-40B4-BE49-F238E27FC236}">
                <a16:creationId xmlns:a16="http://schemas.microsoft.com/office/drawing/2014/main" id="{CF3F1323-227F-903D-4310-0C249421D3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FCDBA6-83E2-AC43-9052-20A5F11861C8}"/>
              </a:ext>
            </a:extLst>
          </p:cNvPr>
          <p:cNvSpPr>
            <a:spLocks noGrp="1"/>
          </p:cNvSpPr>
          <p:nvPr>
            <p:ph type="sldNum" sz="quarter" idx="12"/>
          </p:nvPr>
        </p:nvSpPr>
        <p:spPr/>
        <p:txBody>
          <a:bodyPr/>
          <a:lstStyle/>
          <a:p>
            <a:fld id="{C9BA79F0-967D-4E24-BE8C-DAAA5628CE92}" type="slidenum">
              <a:rPr lang="en-US" smtClean="0"/>
              <a:t>‹#›</a:t>
            </a:fld>
            <a:endParaRPr lang="en-US"/>
          </a:p>
        </p:txBody>
      </p:sp>
    </p:spTree>
    <p:extLst>
      <p:ext uri="{BB962C8B-B14F-4D97-AF65-F5344CB8AC3E}">
        <p14:creationId xmlns:p14="http://schemas.microsoft.com/office/powerpoint/2010/main" val="1980987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1E0C1-12C5-130D-C422-1C63B9EAF6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173181-9DFE-8FEA-1BA1-9C122CA2866B}"/>
              </a:ext>
            </a:extLst>
          </p:cNvPr>
          <p:cNvSpPr>
            <a:spLocks noGrp="1"/>
          </p:cNvSpPr>
          <p:nvPr>
            <p:ph type="dt" sz="half" idx="10"/>
          </p:nvPr>
        </p:nvSpPr>
        <p:spPr/>
        <p:txBody>
          <a:bodyPr/>
          <a:lstStyle/>
          <a:p>
            <a:fld id="{1DAA02B3-6D2B-4285-A01E-D9DD2539BC07}" type="datetimeFigureOut">
              <a:rPr lang="en-US" smtClean="0"/>
              <a:t>9/23/2025</a:t>
            </a:fld>
            <a:endParaRPr lang="en-US"/>
          </a:p>
        </p:txBody>
      </p:sp>
      <p:sp>
        <p:nvSpPr>
          <p:cNvPr id="4" name="Footer Placeholder 3">
            <a:extLst>
              <a:ext uri="{FF2B5EF4-FFF2-40B4-BE49-F238E27FC236}">
                <a16:creationId xmlns:a16="http://schemas.microsoft.com/office/drawing/2014/main" id="{13E97750-3344-95CD-C2A4-BF71CF8C03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075DED-8D09-2F57-4BE2-F22DD46B2191}"/>
              </a:ext>
            </a:extLst>
          </p:cNvPr>
          <p:cNvSpPr>
            <a:spLocks noGrp="1"/>
          </p:cNvSpPr>
          <p:nvPr>
            <p:ph type="sldNum" sz="quarter" idx="12"/>
          </p:nvPr>
        </p:nvSpPr>
        <p:spPr/>
        <p:txBody>
          <a:bodyPr/>
          <a:lstStyle/>
          <a:p>
            <a:fld id="{C9BA79F0-967D-4E24-BE8C-DAAA5628CE92}" type="slidenum">
              <a:rPr lang="en-US" smtClean="0"/>
              <a:t>‹#›</a:t>
            </a:fld>
            <a:endParaRPr lang="en-US"/>
          </a:p>
        </p:txBody>
      </p:sp>
    </p:spTree>
    <p:extLst>
      <p:ext uri="{BB962C8B-B14F-4D97-AF65-F5344CB8AC3E}">
        <p14:creationId xmlns:p14="http://schemas.microsoft.com/office/powerpoint/2010/main" val="477845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D9ADCB-D333-9538-BC9A-236999460A02}"/>
              </a:ext>
            </a:extLst>
          </p:cNvPr>
          <p:cNvSpPr>
            <a:spLocks noGrp="1"/>
          </p:cNvSpPr>
          <p:nvPr>
            <p:ph type="dt" sz="half" idx="10"/>
          </p:nvPr>
        </p:nvSpPr>
        <p:spPr/>
        <p:txBody>
          <a:bodyPr/>
          <a:lstStyle/>
          <a:p>
            <a:fld id="{1DAA02B3-6D2B-4285-A01E-D9DD2539BC07}" type="datetimeFigureOut">
              <a:rPr lang="en-US" smtClean="0"/>
              <a:t>9/23/2025</a:t>
            </a:fld>
            <a:endParaRPr lang="en-US"/>
          </a:p>
        </p:txBody>
      </p:sp>
      <p:sp>
        <p:nvSpPr>
          <p:cNvPr id="3" name="Footer Placeholder 2">
            <a:extLst>
              <a:ext uri="{FF2B5EF4-FFF2-40B4-BE49-F238E27FC236}">
                <a16:creationId xmlns:a16="http://schemas.microsoft.com/office/drawing/2014/main" id="{F1692376-30B4-4DC9-FAD7-6F0A1DF5B6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9570AC-99E6-C1DF-9CD2-DAE9B799931F}"/>
              </a:ext>
            </a:extLst>
          </p:cNvPr>
          <p:cNvSpPr>
            <a:spLocks noGrp="1"/>
          </p:cNvSpPr>
          <p:nvPr>
            <p:ph type="sldNum" sz="quarter" idx="12"/>
          </p:nvPr>
        </p:nvSpPr>
        <p:spPr/>
        <p:txBody>
          <a:bodyPr/>
          <a:lstStyle/>
          <a:p>
            <a:fld id="{C9BA79F0-967D-4E24-BE8C-DAAA5628CE92}" type="slidenum">
              <a:rPr lang="en-US" smtClean="0"/>
              <a:t>‹#›</a:t>
            </a:fld>
            <a:endParaRPr lang="en-US"/>
          </a:p>
        </p:txBody>
      </p:sp>
    </p:spTree>
    <p:extLst>
      <p:ext uri="{BB962C8B-B14F-4D97-AF65-F5344CB8AC3E}">
        <p14:creationId xmlns:p14="http://schemas.microsoft.com/office/powerpoint/2010/main" val="1606134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23BE3-EFCE-53E2-267A-BE6F63DF3C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135BD1-B134-3712-121E-B755B13629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0085D2-D365-6A6D-9376-6E723B19F4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AE931F-54E4-920F-7BF8-9BAAF6D4048F}"/>
              </a:ext>
            </a:extLst>
          </p:cNvPr>
          <p:cNvSpPr>
            <a:spLocks noGrp="1"/>
          </p:cNvSpPr>
          <p:nvPr>
            <p:ph type="dt" sz="half" idx="10"/>
          </p:nvPr>
        </p:nvSpPr>
        <p:spPr/>
        <p:txBody>
          <a:bodyPr/>
          <a:lstStyle/>
          <a:p>
            <a:fld id="{1DAA02B3-6D2B-4285-A01E-D9DD2539BC07}" type="datetimeFigureOut">
              <a:rPr lang="en-US" smtClean="0"/>
              <a:t>9/23/2025</a:t>
            </a:fld>
            <a:endParaRPr lang="en-US"/>
          </a:p>
        </p:txBody>
      </p:sp>
      <p:sp>
        <p:nvSpPr>
          <p:cNvPr id="6" name="Footer Placeholder 5">
            <a:extLst>
              <a:ext uri="{FF2B5EF4-FFF2-40B4-BE49-F238E27FC236}">
                <a16:creationId xmlns:a16="http://schemas.microsoft.com/office/drawing/2014/main" id="{ED1E07E8-392D-9227-44D2-4084C22784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AB29F-1FE5-C916-D9F2-45AE7ACB6819}"/>
              </a:ext>
            </a:extLst>
          </p:cNvPr>
          <p:cNvSpPr>
            <a:spLocks noGrp="1"/>
          </p:cNvSpPr>
          <p:nvPr>
            <p:ph type="sldNum" sz="quarter" idx="12"/>
          </p:nvPr>
        </p:nvSpPr>
        <p:spPr/>
        <p:txBody>
          <a:bodyPr/>
          <a:lstStyle/>
          <a:p>
            <a:fld id="{C9BA79F0-967D-4E24-BE8C-DAAA5628CE92}" type="slidenum">
              <a:rPr lang="en-US" smtClean="0"/>
              <a:t>‹#›</a:t>
            </a:fld>
            <a:endParaRPr lang="en-US"/>
          </a:p>
        </p:txBody>
      </p:sp>
    </p:spTree>
    <p:extLst>
      <p:ext uri="{BB962C8B-B14F-4D97-AF65-F5344CB8AC3E}">
        <p14:creationId xmlns:p14="http://schemas.microsoft.com/office/powerpoint/2010/main" val="872639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A62B0-FEDD-DCEA-94D2-13B7081ADD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35FE17-F40B-46AB-7E83-E630CF5543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ED35E9-1F93-DC6A-0006-D80CAFDC93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98D9DE-990F-49BE-CF36-0B5C931D7F59}"/>
              </a:ext>
            </a:extLst>
          </p:cNvPr>
          <p:cNvSpPr>
            <a:spLocks noGrp="1"/>
          </p:cNvSpPr>
          <p:nvPr>
            <p:ph type="dt" sz="half" idx="10"/>
          </p:nvPr>
        </p:nvSpPr>
        <p:spPr/>
        <p:txBody>
          <a:bodyPr/>
          <a:lstStyle/>
          <a:p>
            <a:fld id="{1DAA02B3-6D2B-4285-A01E-D9DD2539BC07}" type="datetimeFigureOut">
              <a:rPr lang="en-US" smtClean="0"/>
              <a:t>9/23/2025</a:t>
            </a:fld>
            <a:endParaRPr lang="en-US"/>
          </a:p>
        </p:txBody>
      </p:sp>
      <p:sp>
        <p:nvSpPr>
          <p:cNvPr id="6" name="Footer Placeholder 5">
            <a:extLst>
              <a:ext uri="{FF2B5EF4-FFF2-40B4-BE49-F238E27FC236}">
                <a16:creationId xmlns:a16="http://schemas.microsoft.com/office/drawing/2014/main" id="{EB035371-A1F6-8886-3460-4D4E1595BD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A650A2-123F-D8FE-6AAD-442D87109FD6}"/>
              </a:ext>
            </a:extLst>
          </p:cNvPr>
          <p:cNvSpPr>
            <a:spLocks noGrp="1"/>
          </p:cNvSpPr>
          <p:nvPr>
            <p:ph type="sldNum" sz="quarter" idx="12"/>
          </p:nvPr>
        </p:nvSpPr>
        <p:spPr/>
        <p:txBody>
          <a:bodyPr/>
          <a:lstStyle/>
          <a:p>
            <a:fld id="{C9BA79F0-967D-4E24-BE8C-DAAA5628CE92}" type="slidenum">
              <a:rPr lang="en-US" smtClean="0"/>
              <a:t>‹#›</a:t>
            </a:fld>
            <a:endParaRPr lang="en-US"/>
          </a:p>
        </p:txBody>
      </p:sp>
    </p:spTree>
    <p:extLst>
      <p:ext uri="{BB962C8B-B14F-4D97-AF65-F5344CB8AC3E}">
        <p14:creationId xmlns:p14="http://schemas.microsoft.com/office/powerpoint/2010/main" val="2589870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65267-47EF-9FC2-4C51-91200029BB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573BEC-A5D8-82B4-853C-F815491B44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15D108-8F7F-74F0-0C06-4B0CCC06F9B5}"/>
              </a:ext>
            </a:extLst>
          </p:cNvPr>
          <p:cNvSpPr>
            <a:spLocks noGrp="1"/>
          </p:cNvSpPr>
          <p:nvPr>
            <p:ph type="dt" sz="half" idx="10"/>
          </p:nvPr>
        </p:nvSpPr>
        <p:spPr/>
        <p:txBody>
          <a:bodyPr/>
          <a:lstStyle/>
          <a:p>
            <a:fld id="{1DAA02B3-6D2B-4285-A01E-D9DD2539BC07}" type="datetimeFigureOut">
              <a:rPr lang="en-US" smtClean="0"/>
              <a:t>9/23/2025</a:t>
            </a:fld>
            <a:endParaRPr lang="en-US"/>
          </a:p>
        </p:txBody>
      </p:sp>
      <p:sp>
        <p:nvSpPr>
          <p:cNvPr id="5" name="Footer Placeholder 4">
            <a:extLst>
              <a:ext uri="{FF2B5EF4-FFF2-40B4-BE49-F238E27FC236}">
                <a16:creationId xmlns:a16="http://schemas.microsoft.com/office/drawing/2014/main" id="{0C6ABA96-08D2-4C42-0913-E624A33B1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37DEAA-E502-35BE-E108-8A856DE5347B}"/>
              </a:ext>
            </a:extLst>
          </p:cNvPr>
          <p:cNvSpPr>
            <a:spLocks noGrp="1"/>
          </p:cNvSpPr>
          <p:nvPr>
            <p:ph type="sldNum" sz="quarter" idx="12"/>
          </p:nvPr>
        </p:nvSpPr>
        <p:spPr/>
        <p:txBody>
          <a:bodyPr/>
          <a:lstStyle/>
          <a:p>
            <a:fld id="{C9BA79F0-967D-4E24-BE8C-DAAA5628CE92}" type="slidenum">
              <a:rPr lang="en-US" smtClean="0"/>
              <a:t>‹#›</a:t>
            </a:fld>
            <a:endParaRPr lang="en-US"/>
          </a:p>
        </p:txBody>
      </p:sp>
    </p:spTree>
    <p:extLst>
      <p:ext uri="{BB962C8B-B14F-4D97-AF65-F5344CB8AC3E}">
        <p14:creationId xmlns:p14="http://schemas.microsoft.com/office/powerpoint/2010/main" val="3299980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61447B-809C-BD2B-45FB-7B69848788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5C03C1-9E3D-3CA1-EC90-1D26338A14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F7ECCC-1C87-2DB7-7D6E-786B66E6A8EC}"/>
              </a:ext>
            </a:extLst>
          </p:cNvPr>
          <p:cNvSpPr>
            <a:spLocks noGrp="1"/>
          </p:cNvSpPr>
          <p:nvPr>
            <p:ph type="dt" sz="half" idx="10"/>
          </p:nvPr>
        </p:nvSpPr>
        <p:spPr/>
        <p:txBody>
          <a:bodyPr/>
          <a:lstStyle/>
          <a:p>
            <a:fld id="{1DAA02B3-6D2B-4285-A01E-D9DD2539BC07}" type="datetimeFigureOut">
              <a:rPr lang="en-US" smtClean="0"/>
              <a:t>9/23/2025</a:t>
            </a:fld>
            <a:endParaRPr lang="en-US"/>
          </a:p>
        </p:txBody>
      </p:sp>
      <p:sp>
        <p:nvSpPr>
          <p:cNvPr id="5" name="Footer Placeholder 4">
            <a:extLst>
              <a:ext uri="{FF2B5EF4-FFF2-40B4-BE49-F238E27FC236}">
                <a16:creationId xmlns:a16="http://schemas.microsoft.com/office/drawing/2014/main" id="{42BDCDC3-E7C9-331B-FEF3-1613A39C0B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E3074F-918C-C6F9-513D-A4C8B09A899D}"/>
              </a:ext>
            </a:extLst>
          </p:cNvPr>
          <p:cNvSpPr>
            <a:spLocks noGrp="1"/>
          </p:cNvSpPr>
          <p:nvPr>
            <p:ph type="sldNum" sz="quarter" idx="12"/>
          </p:nvPr>
        </p:nvSpPr>
        <p:spPr/>
        <p:txBody>
          <a:bodyPr/>
          <a:lstStyle/>
          <a:p>
            <a:fld id="{C9BA79F0-967D-4E24-BE8C-DAAA5628CE92}" type="slidenum">
              <a:rPr lang="en-US" smtClean="0"/>
              <a:t>‹#›</a:t>
            </a:fld>
            <a:endParaRPr lang="en-US"/>
          </a:p>
        </p:txBody>
      </p:sp>
    </p:spTree>
    <p:extLst>
      <p:ext uri="{BB962C8B-B14F-4D97-AF65-F5344CB8AC3E}">
        <p14:creationId xmlns:p14="http://schemas.microsoft.com/office/powerpoint/2010/main" val="3417269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BE40-37AA-8DB2-F8B3-8784729E6F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B07189-C826-54CD-0ACE-0015813FB9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537FC1-29F8-6452-B079-9FEB6C94BE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AA02B3-6D2B-4285-A01E-D9DD2539BC07}" type="datetimeFigureOut">
              <a:rPr lang="en-US" smtClean="0"/>
              <a:t>9/23/2025</a:t>
            </a:fld>
            <a:endParaRPr lang="en-US"/>
          </a:p>
        </p:txBody>
      </p:sp>
      <p:sp>
        <p:nvSpPr>
          <p:cNvPr id="5" name="Footer Placeholder 4">
            <a:extLst>
              <a:ext uri="{FF2B5EF4-FFF2-40B4-BE49-F238E27FC236}">
                <a16:creationId xmlns:a16="http://schemas.microsoft.com/office/drawing/2014/main" id="{6AD86417-BDDD-835B-AFCC-1EC62AEE51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819B6DC-1085-222C-1CEF-E9883F6F16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BA79F0-967D-4E24-BE8C-DAAA5628CE92}" type="slidenum">
              <a:rPr lang="en-US" smtClean="0"/>
              <a:t>‹#›</a:t>
            </a:fld>
            <a:endParaRPr lang="en-US"/>
          </a:p>
        </p:txBody>
      </p:sp>
    </p:spTree>
    <p:extLst>
      <p:ext uri="{BB962C8B-B14F-4D97-AF65-F5344CB8AC3E}">
        <p14:creationId xmlns:p14="http://schemas.microsoft.com/office/powerpoint/2010/main" val="2929379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D748A-7167-6114-0E6D-AA70DED81F73}"/>
              </a:ext>
            </a:extLst>
          </p:cNvPr>
          <p:cNvSpPr>
            <a:spLocks noGrp="1"/>
          </p:cNvSpPr>
          <p:nvPr>
            <p:ph type="ctrTitle"/>
          </p:nvPr>
        </p:nvSpPr>
        <p:spPr/>
        <p:txBody>
          <a:bodyPr/>
          <a:lstStyle/>
          <a:p>
            <a:r>
              <a:rPr lang="en-US" dirty="0"/>
              <a:t>Database Design Install &amp; Populate</a:t>
            </a:r>
          </a:p>
        </p:txBody>
      </p:sp>
      <p:sp>
        <p:nvSpPr>
          <p:cNvPr id="3" name="Subtitle 2">
            <a:extLst>
              <a:ext uri="{FF2B5EF4-FFF2-40B4-BE49-F238E27FC236}">
                <a16:creationId xmlns:a16="http://schemas.microsoft.com/office/drawing/2014/main" id="{57E2E330-E3B1-2B5B-45FC-7C16357FE8BD}"/>
              </a:ext>
            </a:extLst>
          </p:cNvPr>
          <p:cNvSpPr>
            <a:spLocks noGrp="1"/>
          </p:cNvSpPr>
          <p:nvPr>
            <p:ph type="subTitle" idx="1"/>
          </p:nvPr>
        </p:nvSpPr>
        <p:spPr/>
        <p:txBody>
          <a:bodyPr/>
          <a:lstStyle/>
          <a:p>
            <a:r>
              <a:rPr lang="en-US" dirty="0"/>
              <a:t>Hunter Bartlett</a:t>
            </a:r>
          </a:p>
          <a:p>
            <a:r>
              <a:rPr lang="en-US" dirty="0"/>
              <a:t>ISIN 325: Database Security</a:t>
            </a:r>
          </a:p>
        </p:txBody>
      </p:sp>
    </p:spTree>
    <p:extLst>
      <p:ext uri="{BB962C8B-B14F-4D97-AF65-F5344CB8AC3E}">
        <p14:creationId xmlns:p14="http://schemas.microsoft.com/office/powerpoint/2010/main" val="318797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605D3-B47D-BE79-0161-C0F0A2627849}"/>
              </a:ext>
            </a:extLst>
          </p:cNvPr>
          <p:cNvSpPr>
            <a:spLocks noGrp="1"/>
          </p:cNvSpPr>
          <p:nvPr>
            <p:ph type="title"/>
          </p:nvPr>
        </p:nvSpPr>
        <p:spPr/>
        <p:txBody>
          <a:bodyPr/>
          <a:lstStyle/>
          <a:p>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60623485-4851-071E-BBA0-BAA9A550EB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55556" y="115260"/>
            <a:ext cx="6191100" cy="2981405"/>
          </a:xfrm>
        </p:spPr>
      </p:pic>
      <p:pic>
        <p:nvPicPr>
          <p:cNvPr id="7" name="Picture 6" descr="A screenshot of a computer program&#10;&#10;AI-generated content may be incorrect.">
            <a:extLst>
              <a:ext uri="{FF2B5EF4-FFF2-40B4-BE49-F238E27FC236}">
                <a16:creationId xmlns:a16="http://schemas.microsoft.com/office/drawing/2014/main" id="{681E7FF1-D91A-07B2-C808-B442E4D073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23129"/>
            <a:ext cx="5282264" cy="3219610"/>
          </a:xfrm>
          <a:prstGeom prst="rect">
            <a:avLst/>
          </a:prstGeom>
        </p:spPr>
      </p:pic>
      <p:pic>
        <p:nvPicPr>
          <p:cNvPr id="9" name="Picture 8" descr="A screenshot of a computer code&#10;&#10;AI-generated content may be incorrect.">
            <a:extLst>
              <a:ext uri="{FF2B5EF4-FFF2-40B4-BE49-F238E27FC236}">
                <a16:creationId xmlns:a16="http://schemas.microsoft.com/office/drawing/2014/main" id="{D8506E01-F84B-61E5-349B-6D4C7E6238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15260"/>
            <a:ext cx="5555556" cy="3319376"/>
          </a:xfrm>
          <a:prstGeom prst="rect">
            <a:avLst/>
          </a:prstGeom>
        </p:spPr>
      </p:pic>
      <p:pic>
        <p:nvPicPr>
          <p:cNvPr id="4" name="Picture 3">
            <a:extLst>
              <a:ext uri="{FF2B5EF4-FFF2-40B4-BE49-F238E27FC236}">
                <a16:creationId xmlns:a16="http://schemas.microsoft.com/office/drawing/2014/main" id="{8F135688-479A-DFEE-3893-4953A1CD2868}"/>
              </a:ext>
            </a:extLst>
          </p:cNvPr>
          <p:cNvPicPr>
            <a:picLocks noChangeAspect="1"/>
          </p:cNvPicPr>
          <p:nvPr/>
        </p:nvPicPr>
        <p:blipFill>
          <a:blip r:embed="rId5"/>
          <a:stretch>
            <a:fillRect/>
          </a:stretch>
        </p:blipFill>
        <p:spPr>
          <a:xfrm>
            <a:off x="5666704" y="3101350"/>
            <a:ext cx="4922065" cy="3756650"/>
          </a:xfrm>
          <a:prstGeom prst="rect">
            <a:avLst/>
          </a:prstGeom>
        </p:spPr>
      </p:pic>
    </p:spTree>
    <p:extLst>
      <p:ext uri="{BB962C8B-B14F-4D97-AF65-F5344CB8AC3E}">
        <p14:creationId xmlns:p14="http://schemas.microsoft.com/office/powerpoint/2010/main" val="2488323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A8B2B-700F-2ADB-573C-AA150871B208}"/>
              </a:ext>
            </a:extLst>
          </p:cNvPr>
          <p:cNvSpPr>
            <a:spLocks noGrp="1"/>
          </p:cNvSpPr>
          <p:nvPr>
            <p:ph type="title"/>
          </p:nvPr>
        </p:nvSpPr>
        <p:spPr/>
        <p:txBody>
          <a:bodyPr/>
          <a:lstStyle/>
          <a:p>
            <a:r>
              <a:rPr lang="en-US" dirty="0"/>
              <a:t>Install</a:t>
            </a:r>
          </a:p>
        </p:txBody>
      </p:sp>
      <p:sp>
        <p:nvSpPr>
          <p:cNvPr id="3" name="Content Placeholder 2">
            <a:extLst>
              <a:ext uri="{FF2B5EF4-FFF2-40B4-BE49-F238E27FC236}">
                <a16:creationId xmlns:a16="http://schemas.microsoft.com/office/drawing/2014/main" id="{73D460A2-D11D-249E-C3DA-E4C6FB3A3707}"/>
              </a:ext>
            </a:extLst>
          </p:cNvPr>
          <p:cNvSpPr>
            <a:spLocks noGrp="1"/>
          </p:cNvSpPr>
          <p:nvPr>
            <p:ph idx="1"/>
          </p:nvPr>
        </p:nvSpPr>
        <p:spPr/>
        <p:txBody>
          <a:bodyPr/>
          <a:lstStyle/>
          <a:p>
            <a:pPr marL="0" indent="0">
              <a:buNone/>
            </a:pPr>
            <a:r>
              <a:rPr lang="en-US" dirty="0"/>
              <a:t>The database install process was quite simple. I created my database in the express server on my machine and named it “Restaurant”. Next I used the script outlined in class to be able to  create all of the tables, and the fields that would be in the tables. I did not run into any issues when installing the tables into the database.</a:t>
            </a:r>
          </a:p>
          <a:p>
            <a:endParaRPr lang="en-US" dirty="0"/>
          </a:p>
        </p:txBody>
      </p:sp>
    </p:spTree>
    <p:extLst>
      <p:ext uri="{BB962C8B-B14F-4D97-AF65-F5344CB8AC3E}">
        <p14:creationId xmlns:p14="http://schemas.microsoft.com/office/powerpoint/2010/main" val="24390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9AD29-CCC2-29F8-9B5C-06435131F13D}"/>
              </a:ext>
            </a:extLst>
          </p:cNvPr>
          <p:cNvSpPr>
            <a:spLocks noGrp="1"/>
          </p:cNvSpPr>
          <p:nvPr>
            <p:ph type="title"/>
          </p:nvPr>
        </p:nvSpPr>
        <p:spPr/>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841D658B-9719-FBD3-5FF1-5C789971E3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63650" y="3399035"/>
            <a:ext cx="5257800" cy="3052913"/>
          </a:xfrm>
        </p:spPr>
      </p:pic>
      <p:pic>
        <p:nvPicPr>
          <p:cNvPr id="7" name="Picture 6" descr="A screenshot of a computer code&#10;&#10;AI-generated content may be incorrect.">
            <a:extLst>
              <a:ext uri="{FF2B5EF4-FFF2-40B4-BE49-F238E27FC236}">
                <a16:creationId xmlns:a16="http://schemas.microsoft.com/office/drawing/2014/main" id="{1973AB0C-540C-53F4-E8B3-64193D4AD2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89642"/>
            <a:ext cx="5193100" cy="3052913"/>
          </a:xfrm>
          <a:prstGeom prst="rect">
            <a:avLst/>
          </a:prstGeom>
        </p:spPr>
      </p:pic>
      <p:pic>
        <p:nvPicPr>
          <p:cNvPr id="9" name="Picture 8" descr="A white background with red and black text&#10;&#10;AI-generated content may be incorrect.">
            <a:extLst>
              <a:ext uri="{FF2B5EF4-FFF2-40B4-BE49-F238E27FC236}">
                <a16:creationId xmlns:a16="http://schemas.microsoft.com/office/drawing/2014/main" id="{4871679D-DD23-CC52-771F-C042F4DCE1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9698" y="3418038"/>
            <a:ext cx="5168009" cy="3014909"/>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FAC4D609-93A3-4833-0678-A0F0D2ACAA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9698" y="130479"/>
            <a:ext cx="5335858" cy="3212076"/>
          </a:xfrm>
          <a:prstGeom prst="rect">
            <a:avLst/>
          </a:prstGeom>
        </p:spPr>
      </p:pic>
    </p:spTree>
    <p:extLst>
      <p:ext uri="{BB962C8B-B14F-4D97-AF65-F5344CB8AC3E}">
        <p14:creationId xmlns:p14="http://schemas.microsoft.com/office/powerpoint/2010/main" val="2118788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F0B22-B974-F142-BBDA-E8178029DC75}"/>
              </a:ext>
            </a:extLst>
          </p:cNvPr>
          <p:cNvSpPr>
            <a:spLocks noGrp="1"/>
          </p:cNvSpPr>
          <p:nvPr>
            <p:ph type="title"/>
          </p:nvPr>
        </p:nvSpPr>
        <p:spPr/>
        <p:txBody>
          <a:bodyPr/>
          <a:lstStyle/>
          <a:p>
            <a:r>
              <a:rPr lang="en-US" dirty="0"/>
              <a:t>Populate</a:t>
            </a:r>
          </a:p>
        </p:txBody>
      </p:sp>
      <p:sp>
        <p:nvSpPr>
          <p:cNvPr id="3" name="Content Placeholder 2">
            <a:extLst>
              <a:ext uri="{FF2B5EF4-FFF2-40B4-BE49-F238E27FC236}">
                <a16:creationId xmlns:a16="http://schemas.microsoft.com/office/drawing/2014/main" id="{DA1F6170-3895-8974-77DC-05A82C08FFD9}"/>
              </a:ext>
            </a:extLst>
          </p:cNvPr>
          <p:cNvSpPr>
            <a:spLocks noGrp="1"/>
          </p:cNvSpPr>
          <p:nvPr>
            <p:ph idx="1"/>
          </p:nvPr>
        </p:nvSpPr>
        <p:spPr/>
        <p:txBody>
          <a:bodyPr/>
          <a:lstStyle/>
          <a:p>
            <a:pPr marL="0" indent="0">
              <a:buNone/>
            </a:pPr>
            <a:r>
              <a:rPr lang="en-US" dirty="0"/>
              <a:t>Using insert into, and values commands I was able to populate the tables into SQL server. For example the ingredient table had many different rows including lettuce, tomatoes, and potatoes. All of these included the name,  description, and size. Sizes were different for most ingredients, the lettuce used pounds but the potatoes used Big. </a:t>
            </a:r>
          </a:p>
        </p:txBody>
      </p:sp>
    </p:spTree>
    <p:extLst>
      <p:ext uri="{BB962C8B-B14F-4D97-AF65-F5344CB8AC3E}">
        <p14:creationId xmlns:p14="http://schemas.microsoft.com/office/powerpoint/2010/main" val="1930694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68F1E-5536-BDB4-7815-F35DC35B7889}"/>
              </a:ext>
            </a:extLst>
          </p:cNvPr>
          <p:cNvSpPr>
            <a:spLocks noGrp="1"/>
          </p:cNvSpPr>
          <p:nvPr>
            <p:ph type="title"/>
          </p:nvPr>
        </p:nvSpPr>
        <p:spPr/>
        <p:txBody>
          <a:bodyPr/>
          <a:lstStyle/>
          <a:p>
            <a:r>
              <a:rPr lang="en-US" dirty="0"/>
              <a:t>Rec Count</a:t>
            </a:r>
          </a:p>
        </p:txBody>
      </p:sp>
      <p:pic>
        <p:nvPicPr>
          <p:cNvPr id="5" name="Content Placeholder 4">
            <a:extLst>
              <a:ext uri="{FF2B5EF4-FFF2-40B4-BE49-F238E27FC236}">
                <a16:creationId xmlns:a16="http://schemas.microsoft.com/office/drawing/2014/main" id="{06BF659A-F277-D2A7-E007-C3B0A167C698}"/>
              </a:ext>
            </a:extLst>
          </p:cNvPr>
          <p:cNvPicPr>
            <a:picLocks noGrp="1" noChangeAspect="1"/>
          </p:cNvPicPr>
          <p:nvPr>
            <p:ph idx="1"/>
          </p:nvPr>
        </p:nvPicPr>
        <p:blipFill>
          <a:blip r:embed="rId2"/>
          <a:stretch>
            <a:fillRect/>
          </a:stretch>
        </p:blipFill>
        <p:spPr>
          <a:xfrm>
            <a:off x="185051" y="2124815"/>
            <a:ext cx="5504397" cy="3315480"/>
          </a:xfrm>
          <a:prstGeom prst="rect">
            <a:avLst/>
          </a:prstGeom>
        </p:spPr>
      </p:pic>
      <p:sp>
        <p:nvSpPr>
          <p:cNvPr id="3" name="TextBox 2">
            <a:extLst>
              <a:ext uri="{FF2B5EF4-FFF2-40B4-BE49-F238E27FC236}">
                <a16:creationId xmlns:a16="http://schemas.microsoft.com/office/drawing/2014/main" id="{39BEF57F-C94C-994C-FF93-89697A7339B1}"/>
              </a:ext>
            </a:extLst>
          </p:cNvPr>
          <p:cNvSpPr txBox="1"/>
          <p:nvPr/>
        </p:nvSpPr>
        <p:spPr>
          <a:xfrm>
            <a:off x="6096000" y="1390918"/>
            <a:ext cx="5385515" cy="1477328"/>
          </a:xfrm>
          <a:prstGeom prst="rect">
            <a:avLst/>
          </a:prstGeom>
          <a:noFill/>
        </p:spPr>
        <p:txBody>
          <a:bodyPr wrap="square" rtlCol="0">
            <a:spAutoFit/>
          </a:bodyPr>
          <a:lstStyle/>
          <a:p>
            <a:r>
              <a:rPr lang="en-US" dirty="0"/>
              <a:t>The record count command included the select and count from functions. All of these used the “*” which endured that all the records were counted. All the counts were also named according to which table it was counting from. </a:t>
            </a:r>
          </a:p>
        </p:txBody>
      </p:sp>
    </p:spTree>
    <p:extLst>
      <p:ext uri="{BB962C8B-B14F-4D97-AF65-F5344CB8AC3E}">
        <p14:creationId xmlns:p14="http://schemas.microsoft.com/office/powerpoint/2010/main" val="1293018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0D79F-7A9E-F0F1-C330-A97C76869B2A}"/>
              </a:ext>
            </a:extLst>
          </p:cNvPr>
          <p:cNvSpPr>
            <a:spLocks noGrp="1"/>
          </p:cNvSpPr>
          <p:nvPr>
            <p:ph type="title"/>
          </p:nvPr>
        </p:nvSpPr>
        <p:spPr/>
        <p:txBody>
          <a:bodyPr/>
          <a:lstStyle/>
          <a:p>
            <a:r>
              <a:rPr lang="en-US" dirty="0"/>
              <a:t>Challenges &amp; Learning</a:t>
            </a:r>
          </a:p>
        </p:txBody>
      </p:sp>
      <p:sp>
        <p:nvSpPr>
          <p:cNvPr id="3" name="Content Placeholder 2">
            <a:extLst>
              <a:ext uri="{FF2B5EF4-FFF2-40B4-BE49-F238E27FC236}">
                <a16:creationId xmlns:a16="http://schemas.microsoft.com/office/drawing/2014/main" id="{641F0192-61FF-28FE-5AC5-92AAD3C6C382}"/>
              </a:ext>
            </a:extLst>
          </p:cNvPr>
          <p:cNvSpPr>
            <a:spLocks noGrp="1"/>
          </p:cNvSpPr>
          <p:nvPr>
            <p:ph idx="1"/>
          </p:nvPr>
        </p:nvSpPr>
        <p:spPr/>
        <p:txBody>
          <a:bodyPr/>
          <a:lstStyle/>
          <a:p>
            <a:pPr marL="0" indent="0">
              <a:buNone/>
            </a:pPr>
            <a:r>
              <a:rPr lang="en-US" dirty="0"/>
              <a:t>I did not run into any challenges with the install or populate scripts, however I did run into a small problem with the Rec Count script which at first did not know which database to pull the data from. I had to modify the first line to “Use [Restaurant]” for the script to know which database to pull the data from. </a:t>
            </a:r>
          </a:p>
          <a:p>
            <a:pPr marL="0" indent="0">
              <a:buNone/>
            </a:pPr>
            <a:r>
              <a:rPr lang="en-US" dirty="0"/>
              <a:t>There were many things that I learned from this assignment including how to run scripts and what functions each of the commands do. Another thing that I learned was how to organize scripts for the future in order to get proper tables and data into the tables.</a:t>
            </a:r>
          </a:p>
        </p:txBody>
      </p:sp>
    </p:spTree>
    <p:extLst>
      <p:ext uri="{BB962C8B-B14F-4D97-AF65-F5344CB8AC3E}">
        <p14:creationId xmlns:p14="http://schemas.microsoft.com/office/powerpoint/2010/main" val="2819657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309</Words>
  <Application>Microsoft Office PowerPoint</Application>
  <PresentationFormat>Widescreen</PresentationFormat>
  <Paragraphs>12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Database Design Install &amp; Populate</vt:lpstr>
      <vt:lpstr>PowerPoint Presentation</vt:lpstr>
      <vt:lpstr>Install</vt:lpstr>
      <vt:lpstr>PowerPoint Presentation</vt:lpstr>
      <vt:lpstr>Populate</vt:lpstr>
      <vt:lpstr>Rec Count</vt:lpstr>
      <vt:lpstr>Challenges &amp;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Hunter Bartlett</dc:creator>
  <cp:lastModifiedBy>Hunter Bartlett</cp:lastModifiedBy>
  <cp:revision>1</cp:revision>
  <dcterms:created xsi:type="dcterms:W3CDTF">2025-09-22T17:27:28Z</dcterms:created>
  <dcterms:modified xsi:type="dcterms:W3CDTF">2025-09-23T12:29:17Z</dcterms:modified>
</cp:coreProperties>
</file>